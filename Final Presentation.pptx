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5143500" cx="9144000"/>
  <p:notesSz cx="6858000" cy="9144000"/>
  <p:embeddedFontLst>
    <p:embeddedFont>
      <p:font typeface="Arimo"/>
      <p:regular r:id="rId25"/>
      <p:bold r:id="rId26"/>
      <p:italic r:id="rId27"/>
      <p:boldItalic r:id="rId28"/>
    </p:embeddedFont>
    <p:embeddedFont>
      <p:font typeface="Arimo SemiBold"/>
      <p:regular r:id="rId29"/>
      <p:bold r:id="rId30"/>
      <p:italic r:id="rId31"/>
      <p:boldItalic r:id="rId32"/>
    </p:embeddedFont>
    <p:embeddedFont>
      <p:font typeface="Arimo Medium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Arimo-bold.fntdata"/><Relationship Id="rId25" Type="http://schemas.openxmlformats.org/officeDocument/2006/relationships/font" Target="fonts/Arimo-regular.fntdata"/><Relationship Id="rId28" Type="http://schemas.openxmlformats.org/officeDocument/2006/relationships/font" Target="fonts/Arimo-boldItalic.fntdata"/><Relationship Id="rId27" Type="http://schemas.openxmlformats.org/officeDocument/2006/relationships/font" Target="fonts/Arim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ArimoSemiBold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ArimoSemiBold-italic.fntdata"/><Relationship Id="rId30" Type="http://schemas.openxmlformats.org/officeDocument/2006/relationships/font" Target="fonts/ArimoSemiBold-bold.fntdata"/><Relationship Id="rId11" Type="http://schemas.openxmlformats.org/officeDocument/2006/relationships/slide" Target="slides/slide7.xml"/><Relationship Id="rId33" Type="http://schemas.openxmlformats.org/officeDocument/2006/relationships/font" Target="fonts/ArimoMedium-regular.fntdata"/><Relationship Id="rId10" Type="http://schemas.openxmlformats.org/officeDocument/2006/relationships/slide" Target="slides/slide6.xml"/><Relationship Id="rId32" Type="http://schemas.openxmlformats.org/officeDocument/2006/relationships/font" Target="fonts/ArimoSemiBold-boldItalic.fntdata"/><Relationship Id="rId13" Type="http://schemas.openxmlformats.org/officeDocument/2006/relationships/slide" Target="slides/slide9.xml"/><Relationship Id="rId35" Type="http://schemas.openxmlformats.org/officeDocument/2006/relationships/font" Target="fonts/ArimoMedium-italic.fntdata"/><Relationship Id="rId12" Type="http://schemas.openxmlformats.org/officeDocument/2006/relationships/slide" Target="slides/slide8.xml"/><Relationship Id="rId34" Type="http://schemas.openxmlformats.org/officeDocument/2006/relationships/font" Target="fonts/ArimoMedium-bold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schemas.openxmlformats.org/officeDocument/2006/relationships/font" Target="fonts/ArimoMedium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ccf16c50d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ccf16c50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ccf16c50dc_0_10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ccf16c50dc_0_10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cf162de50f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cf162de50f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d623eb2e9b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d623eb2e9b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cdddec70b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cdddec70b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d556bf893c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d556bf893c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d556bf893c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d556bf893c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cdddec70bd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cdddec70bd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cdddec70bd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cdddec70bd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cecd83791a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cecd83791a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cecd83791a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cecd83791a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d5ebb3db51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d5ebb3db5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cecd83791a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cecd83791a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cf0fc750c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cf0fc750c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cecd83791a_2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cecd83791a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d623eb2e9b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d623eb2e9b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cdddec70bd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cdddec70bd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ce6e170661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3ce6e170661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d623eb2e9b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d623eb2e9b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ccf16c50dc_0_6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3ccf16c50dc_0_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1_3">
    <p:bg>
      <p:bgPr>
        <a:solidFill>
          <a:schemeClr val="accent5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 amt="60000"/>
          </a:blip>
          <a:srcRect b="4816" l="0" r="0" t="0"/>
          <a:stretch/>
        </p:blipFill>
        <p:spPr>
          <a:xfrm>
            <a:off x="277500" y="277500"/>
            <a:ext cx="8589000" cy="4599000"/>
          </a:xfrm>
          <a:prstGeom prst="roundRect">
            <a:avLst>
              <a:gd fmla="val 13515" name="adj"/>
            </a:avLst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805650" y="7925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805650" y="45217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3" type="subTitle"/>
          </p:nvPr>
        </p:nvSpPr>
        <p:spPr>
          <a:xfrm>
            <a:off x="267990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2">
  <p:cSld name="BLANK_1_1_1">
    <p:bg>
      <p:bgPr>
        <a:solidFill>
          <a:schemeClr val="accent5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277515" y="277501"/>
            <a:ext cx="8589075" cy="4593888"/>
            <a:chOff x="277500" y="277500"/>
            <a:chExt cx="8589075" cy="4593888"/>
          </a:xfrm>
        </p:grpSpPr>
        <p:pic>
          <p:nvPicPr>
            <p:cNvPr id="21" name="Google Shape;21;p3"/>
            <p:cNvPicPr preferRelativeResize="0"/>
            <p:nvPr/>
          </p:nvPicPr>
          <p:blipFill>
            <a:blip r:embed="rId2">
              <a:alphaModFix amt="10000"/>
            </a:blip>
            <a:stretch>
              <a:fillRect/>
            </a:stretch>
          </p:blipFill>
          <p:spPr>
            <a:xfrm>
              <a:off x="277575" y="277500"/>
              <a:ext cx="8589000" cy="45938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3"/>
            <p:cNvSpPr/>
            <p:nvPr/>
          </p:nvSpPr>
          <p:spPr>
            <a:xfrm>
              <a:off x="277500" y="277500"/>
              <a:ext cx="8589000" cy="4582500"/>
            </a:xfrm>
            <a:prstGeom prst="roundRect">
              <a:avLst>
                <a:gd fmla="val 6093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23" name="Google Shape;23;p3"/>
          <p:cNvSpPr/>
          <p:nvPr/>
        </p:nvSpPr>
        <p:spPr>
          <a:xfrm>
            <a:off x="601356" y="3751056"/>
            <a:ext cx="576000" cy="5760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651558" y="3801258"/>
            <a:ext cx="475500" cy="475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" name="Google Shape;25;p3"/>
          <p:cNvSpPr txBox="1"/>
          <p:nvPr>
            <p:ph idx="1" type="subTitle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mo"/>
              <a:buNone/>
              <a:defRPr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cxnSp>
        <p:nvCxnSpPr>
          <p:cNvPr id="26" name="Google Shape;26;p3"/>
          <p:cNvCxnSpPr/>
          <p:nvPr/>
        </p:nvCxnSpPr>
        <p:spPr>
          <a:xfrm rot="10800000">
            <a:off x="1341900" y="4039025"/>
            <a:ext cx="1014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3"/>
          <p:cNvSpPr txBox="1"/>
          <p:nvPr>
            <p:ph type="title"/>
          </p:nvPr>
        </p:nvSpPr>
        <p:spPr>
          <a:xfrm>
            <a:off x="2598475" y="3493075"/>
            <a:ext cx="5985300" cy="99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CUSTOM_23">
    <p:bg>
      <p:bgPr>
        <a:solidFill>
          <a:schemeClr val="accent5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>
            <p:ph idx="2" type="pic"/>
          </p:nvPr>
        </p:nvSpPr>
        <p:spPr>
          <a:xfrm>
            <a:off x="277500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1" name="Google Shape;31;p4"/>
          <p:cNvSpPr/>
          <p:nvPr>
            <p:ph idx="3" type="pic"/>
          </p:nvPr>
        </p:nvSpPr>
        <p:spPr>
          <a:xfrm>
            <a:off x="17282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2" name="Google Shape;32;p4"/>
          <p:cNvSpPr/>
          <p:nvPr>
            <p:ph idx="4" type="pic"/>
          </p:nvPr>
        </p:nvSpPr>
        <p:spPr>
          <a:xfrm>
            <a:off x="31790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3" name="Google Shape;33;p4"/>
          <p:cNvSpPr/>
          <p:nvPr>
            <p:ph idx="5" type="pic"/>
          </p:nvPr>
        </p:nvSpPr>
        <p:spPr>
          <a:xfrm>
            <a:off x="46298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4" name="Google Shape;34;p4"/>
          <p:cNvSpPr/>
          <p:nvPr>
            <p:ph idx="6" type="pic"/>
          </p:nvPr>
        </p:nvSpPr>
        <p:spPr>
          <a:xfrm>
            <a:off x="60806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5" name="Google Shape;35;p4"/>
          <p:cNvSpPr/>
          <p:nvPr>
            <p:ph idx="7" type="pic"/>
          </p:nvPr>
        </p:nvSpPr>
        <p:spPr>
          <a:xfrm>
            <a:off x="75314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4"/>
          <p:cNvSpPr txBox="1"/>
          <p:nvPr>
            <p:ph type="title"/>
          </p:nvPr>
        </p:nvSpPr>
        <p:spPr>
          <a:xfrm>
            <a:off x="277500" y="577275"/>
            <a:ext cx="7137000" cy="9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8" name="Google Shape;38;p4"/>
          <p:cNvSpPr txBox="1"/>
          <p:nvPr>
            <p:ph idx="1" type="body"/>
          </p:nvPr>
        </p:nvSpPr>
        <p:spPr>
          <a:xfrm>
            <a:off x="3706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39" name="Google Shape;39;p4"/>
          <p:cNvSpPr txBox="1"/>
          <p:nvPr>
            <p:ph idx="8" type="body"/>
          </p:nvPr>
        </p:nvSpPr>
        <p:spPr>
          <a:xfrm>
            <a:off x="182162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0" name="Google Shape;40;p4"/>
          <p:cNvSpPr txBox="1"/>
          <p:nvPr>
            <p:ph idx="9" type="body"/>
          </p:nvPr>
        </p:nvSpPr>
        <p:spPr>
          <a:xfrm>
            <a:off x="327260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1" name="Google Shape;41;p4"/>
          <p:cNvSpPr txBox="1"/>
          <p:nvPr>
            <p:ph idx="13" type="body"/>
          </p:nvPr>
        </p:nvSpPr>
        <p:spPr>
          <a:xfrm>
            <a:off x="472358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2" name="Google Shape;42;p4"/>
          <p:cNvSpPr txBox="1"/>
          <p:nvPr>
            <p:ph idx="14" type="body"/>
          </p:nvPr>
        </p:nvSpPr>
        <p:spPr>
          <a:xfrm>
            <a:off x="617456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3" name="Google Shape;43;p4"/>
          <p:cNvSpPr txBox="1"/>
          <p:nvPr>
            <p:ph idx="15" type="body"/>
          </p:nvPr>
        </p:nvSpPr>
        <p:spPr>
          <a:xfrm>
            <a:off x="76255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4" name="Google Shape;44;p4"/>
          <p:cNvSpPr txBox="1"/>
          <p:nvPr>
            <p:ph idx="16" type="subTitle"/>
          </p:nvPr>
        </p:nvSpPr>
        <p:spPr>
          <a:xfrm>
            <a:off x="3706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17" type="subTitle"/>
          </p:nvPr>
        </p:nvSpPr>
        <p:spPr>
          <a:xfrm>
            <a:off x="18214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idx="18" type="subTitle"/>
          </p:nvPr>
        </p:nvSpPr>
        <p:spPr>
          <a:xfrm>
            <a:off x="327234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7" name="Google Shape;47;p4"/>
          <p:cNvSpPr txBox="1"/>
          <p:nvPr>
            <p:ph idx="19" type="subTitle"/>
          </p:nvPr>
        </p:nvSpPr>
        <p:spPr>
          <a:xfrm>
            <a:off x="47231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20" type="subTitle"/>
          </p:nvPr>
        </p:nvSpPr>
        <p:spPr>
          <a:xfrm>
            <a:off x="6174375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1" type="subTitle"/>
          </p:nvPr>
        </p:nvSpPr>
        <p:spPr>
          <a:xfrm>
            <a:off x="76255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0" name="Google Shape;50;p4"/>
          <p:cNvSpPr txBox="1"/>
          <p:nvPr>
            <p:ph idx="22" type="subTitle"/>
          </p:nvPr>
        </p:nvSpPr>
        <p:spPr>
          <a:xfrm>
            <a:off x="277500" y="291038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1" name="Google Shape;51;p4"/>
          <p:cNvSpPr txBox="1"/>
          <p:nvPr>
            <p:ph idx="23" type="subTitle"/>
          </p:nvPr>
        </p:nvSpPr>
        <p:spPr>
          <a:xfrm>
            <a:off x="7151050" y="290218"/>
            <a:ext cx="17154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cards">
  <p:cSld name="CUSTOM_24">
    <p:bg>
      <p:bgPr>
        <a:solidFill>
          <a:schemeClr val="accent5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 txBox="1"/>
          <p:nvPr>
            <p:ph idx="1" type="subTitle"/>
          </p:nvPr>
        </p:nvSpPr>
        <p:spPr>
          <a:xfrm>
            <a:off x="417936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2" type="subTitle"/>
          </p:nvPr>
        </p:nvSpPr>
        <p:spPr>
          <a:xfrm>
            <a:off x="2167325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3" type="subTitle"/>
          </p:nvPr>
        </p:nvSpPr>
        <p:spPr>
          <a:xfrm>
            <a:off x="390547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4" type="subTitle"/>
          </p:nvPr>
        </p:nvSpPr>
        <p:spPr>
          <a:xfrm>
            <a:off x="5652384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5" type="subTitle"/>
          </p:nvPr>
        </p:nvSpPr>
        <p:spPr>
          <a:xfrm>
            <a:off x="739263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idx="6" type="body"/>
          </p:nvPr>
        </p:nvSpPr>
        <p:spPr>
          <a:xfrm>
            <a:off x="417811" y="3433000"/>
            <a:ext cx="1337400" cy="11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9" name="Google Shape;59;p5"/>
          <p:cNvSpPr txBox="1"/>
          <p:nvPr>
            <p:ph idx="7" type="body"/>
          </p:nvPr>
        </p:nvSpPr>
        <p:spPr>
          <a:xfrm>
            <a:off x="21673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60" name="Google Shape;60;p5"/>
          <p:cNvSpPr txBox="1"/>
          <p:nvPr>
            <p:ph idx="8" type="body"/>
          </p:nvPr>
        </p:nvSpPr>
        <p:spPr>
          <a:xfrm>
            <a:off x="3903300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61" name="Google Shape;61;p5"/>
          <p:cNvSpPr txBox="1"/>
          <p:nvPr>
            <p:ph idx="9" type="body"/>
          </p:nvPr>
        </p:nvSpPr>
        <p:spPr>
          <a:xfrm>
            <a:off x="56486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62" name="Google Shape;62;p5"/>
          <p:cNvSpPr txBox="1"/>
          <p:nvPr>
            <p:ph idx="13" type="body"/>
          </p:nvPr>
        </p:nvSpPr>
        <p:spPr>
          <a:xfrm>
            <a:off x="7385291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63" name="Google Shape;63;p5"/>
          <p:cNvSpPr txBox="1"/>
          <p:nvPr>
            <p:ph idx="1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4" name="Google Shape;64;p5"/>
          <p:cNvSpPr txBox="1"/>
          <p:nvPr>
            <p:ph idx="1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5" name="Google Shape;65;p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66" name="Google Shape;66;p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CUSTOM_25">
    <p:bg>
      <p:bgPr>
        <a:solidFill>
          <a:schemeClr val="accent5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6"/>
          <p:cNvSpPr txBox="1"/>
          <p:nvPr/>
        </p:nvSpPr>
        <p:spPr>
          <a:xfrm>
            <a:off x="277500" y="277500"/>
            <a:ext cx="85890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0" name="Google Shape;70;p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71" name="Google Shape;71;p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2" name="Google Shape;72;p6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3" name="Google Shape;73;p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+ 4 steps - Alt 1">
  <p:cSld name="CUSTOM_25_1_1">
    <p:bg>
      <p:bgPr>
        <a:solidFill>
          <a:schemeClr val="accent5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 txBox="1"/>
          <p:nvPr>
            <p:ph type="title"/>
          </p:nvPr>
        </p:nvSpPr>
        <p:spPr>
          <a:xfrm>
            <a:off x="1969400" y="138075"/>
            <a:ext cx="5217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76" name="Google Shape;76;p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7" name="Google Shape;77;p7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8" name="Google Shape;78;p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7"/>
          <p:cNvSpPr/>
          <p:nvPr>
            <p:ph idx="3" type="pic"/>
          </p:nvPr>
        </p:nvSpPr>
        <p:spPr>
          <a:xfrm>
            <a:off x="3766700" y="873150"/>
            <a:ext cx="1621800" cy="3549600"/>
          </a:xfrm>
          <a:prstGeom prst="roundRect">
            <a:avLst>
              <a:gd fmla="val 10482" name="adj"/>
            </a:avLst>
          </a:prstGeom>
          <a:noFill/>
          <a:ln>
            <a:noFill/>
          </a:ln>
        </p:spPr>
      </p:sp>
      <p:sp>
        <p:nvSpPr>
          <p:cNvPr id="80" name="Google Shape;80;p7"/>
          <p:cNvSpPr/>
          <p:nvPr>
            <p:ph idx="4" type="pic"/>
          </p:nvPr>
        </p:nvSpPr>
        <p:spPr>
          <a:xfrm>
            <a:off x="28910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1" name="Google Shape;81;p7"/>
          <p:cNvSpPr/>
          <p:nvPr>
            <p:ph idx="5" type="pic"/>
          </p:nvPr>
        </p:nvSpPr>
        <p:spPr>
          <a:xfrm>
            <a:off x="1969400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2" name="Google Shape;82;p7"/>
          <p:cNvSpPr/>
          <p:nvPr>
            <p:ph idx="6" type="pic"/>
          </p:nvPr>
        </p:nvSpPr>
        <p:spPr>
          <a:xfrm>
            <a:off x="5623125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3" name="Google Shape;83;p7"/>
          <p:cNvSpPr/>
          <p:nvPr>
            <p:ph idx="7" type="pic"/>
          </p:nvPr>
        </p:nvSpPr>
        <p:spPr>
          <a:xfrm>
            <a:off x="730405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84" name="Google Shape;84;p7"/>
          <p:cNvSpPr txBox="1"/>
          <p:nvPr>
            <p:ph idx="8" type="subTitle"/>
          </p:nvPr>
        </p:nvSpPr>
        <p:spPr>
          <a:xfrm>
            <a:off x="378475" y="4261299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9" type="subTitle"/>
          </p:nvPr>
        </p:nvSpPr>
        <p:spPr>
          <a:xfrm>
            <a:off x="378476" y="4562900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13" type="subTitle"/>
          </p:nvPr>
        </p:nvSpPr>
        <p:spPr>
          <a:xfrm>
            <a:off x="2057625" y="4074126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14" type="subTitle"/>
          </p:nvPr>
        </p:nvSpPr>
        <p:spPr>
          <a:xfrm>
            <a:off x="2057625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5" type="subTitle"/>
          </p:nvPr>
        </p:nvSpPr>
        <p:spPr>
          <a:xfrm>
            <a:off x="5712200" y="4074126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6" type="subTitle"/>
          </p:nvPr>
        </p:nvSpPr>
        <p:spPr>
          <a:xfrm>
            <a:off x="5712200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0" name="Google Shape;90;p7"/>
          <p:cNvSpPr txBox="1"/>
          <p:nvPr>
            <p:ph idx="17" type="subTitle"/>
          </p:nvPr>
        </p:nvSpPr>
        <p:spPr>
          <a:xfrm>
            <a:off x="7395575" y="4261301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1" name="Google Shape;91;p7"/>
          <p:cNvSpPr txBox="1"/>
          <p:nvPr>
            <p:ph idx="18" type="subTitle"/>
          </p:nvPr>
        </p:nvSpPr>
        <p:spPr>
          <a:xfrm>
            <a:off x="7395575" y="4562900"/>
            <a:ext cx="15042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21_1_1">
    <p:bg>
      <p:bgPr>
        <a:solidFill>
          <a:schemeClr val="accent5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94" name="Google Shape;94;p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5" name="Google Shape;95;p8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6" name="Google Shape;96;p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">
    <p:bg>
      <p:bgPr>
        <a:solidFill>
          <a:schemeClr val="accent5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9"/>
          <p:cNvPicPr preferRelativeResize="0"/>
          <p:nvPr/>
        </p:nvPicPr>
        <p:blipFill rotWithShape="1">
          <a:blip r:embed="rId2">
            <a:alphaModFix amt="10000"/>
          </a:blip>
          <a:srcRect b="720" l="1068" r="20" t="592"/>
          <a:stretch/>
        </p:blipFill>
        <p:spPr>
          <a:xfrm>
            <a:off x="277425" y="277650"/>
            <a:ext cx="8588100" cy="4582500"/>
          </a:xfrm>
          <a:prstGeom prst="roundRect">
            <a:avLst>
              <a:gd fmla="val 13460" name="adj"/>
            </a:avLst>
          </a:prstGeom>
          <a:noFill/>
          <a:ln>
            <a:noFill/>
          </a:ln>
        </p:spPr>
      </p:pic>
      <p:sp>
        <p:nvSpPr>
          <p:cNvPr id="99" name="Google Shape;99;p9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00" name="Google Shape;100;p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accent5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"/>
          <p:cNvSpPr txBox="1"/>
          <p:nvPr>
            <p:ph idx="1" type="subTitle"/>
          </p:nvPr>
        </p:nvSpPr>
        <p:spPr>
          <a:xfrm>
            <a:off x="4539825" y="3178291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3" name="Google Shape;103;p10"/>
          <p:cNvSpPr txBox="1"/>
          <p:nvPr>
            <p:ph idx="2" type="subTitle"/>
          </p:nvPr>
        </p:nvSpPr>
        <p:spPr>
          <a:xfrm>
            <a:off x="4539825" y="3792808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4" name="Google Shape;104;p10"/>
          <p:cNvSpPr txBox="1"/>
          <p:nvPr>
            <p:ph idx="3" type="subTitle"/>
          </p:nvPr>
        </p:nvSpPr>
        <p:spPr>
          <a:xfrm>
            <a:off x="4539825" y="4407325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5" name="Google Shape;105;p10"/>
          <p:cNvSpPr txBox="1"/>
          <p:nvPr>
            <p:ph type="title"/>
          </p:nvPr>
        </p:nvSpPr>
        <p:spPr>
          <a:xfrm>
            <a:off x="277425" y="2056225"/>
            <a:ext cx="3541500" cy="28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06" name="Google Shape;106;p10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7" name="Google Shape;107;p10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CUSTOM_11">
    <p:bg>
      <p:bgPr>
        <a:solidFill>
          <a:schemeClr val="accent5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>
            <p:ph idx="2" type="pic"/>
          </p:nvPr>
        </p:nvSpPr>
        <p:spPr>
          <a:xfrm>
            <a:off x="7480825" y="734600"/>
            <a:ext cx="1383900" cy="1660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11" name="Google Shape;111;p11"/>
          <p:cNvSpPr/>
          <p:nvPr>
            <p:ph idx="3" type="pic"/>
          </p:nvPr>
        </p:nvSpPr>
        <p:spPr>
          <a:xfrm>
            <a:off x="7480825" y="2521175"/>
            <a:ext cx="1383900" cy="1879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12" name="Google Shape;112;p11"/>
          <p:cNvSpPr/>
          <p:nvPr>
            <p:ph idx="4" type="pic"/>
          </p:nvPr>
        </p:nvSpPr>
        <p:spPr>
          <a:xfrm>
            <a:off x="4665550" y="850900"/>
            <a:ext cx="2589300" cy="3433200"/>
          </a:xfrm>
          <a:prstGeom prst="roundRect">
            <a:avLst>
              <a:gd fmla="val 6330" name="adj"/>
            </a:avLst>
          </a:prstGeom>
          <a:noFill/>
          <a:ln>
            <a:noFill/>
          </a:ln>
        </p:spPr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14" name="Google Shape;114;p11"/>
          <p:cNvSpPr txBox="1"/>
          <p:nvPr>
            <p:ph idx="5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15" name="Google Shape;115;p11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6" name="Google Shape;116;p11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CUSTOM_11_1">
    <p:bg>
      <p:bgPr>
        <a:solidFill>
          <a:schemeClr val="accent5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2"/>
          <p:cNvSpPr/>
          <p:nvPr/>
        </p:nvSpPr>
        <p:spPr>
          <a:xfrm>
            <a:off x="6107109" y="582300"/>
            <a:ext cx="2759400" cy="3586200"/>
          </a:xfrm>
          <a:prstGeom prst="roundRect">
            <a:avLst>
              <a:gd fmla="val 867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20" name="Google Shape;120;p12"/>
          <p:cNvSpPr/>
          <p:nvPr>
            <p:ph idx="2" type="pic"/>
          </p:nvPr>
        </p:nvSpPr>
        <p:spPr>
          <a:xfrm>
            <a:off x="6220309" y="696000"/>
            <a:ext cx="2532900" cy="3358800"/>
          </a:xfrm>
          <a:prstGeom prst="roundRect">
            <a:avLst>
              <a:gd fmla="val 7223" name="adj"/>
            </a:avLst>
          </a:prstGeom>
          <a:noFill/>
          <a:ln>
            <a:noFill/>
          </a:ln>
        </p:spPr>
      </p:sp>
      <p:sp>
        <p:nvSpPr>
          <p:cNvPr id="121" name="Google Shape;121;p12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2" name="Google Shape;122;p12"/>
          <p:cNvSpPr txBox="1"/>
          <p:nvPr>
            <p:ph idx="3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3" name="Google Shape;123;p12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4" name="Google Shape;124;p12"/>
          <p:cNvSpPr txBox="1"/>
          <p:nvPr>
            <p:ph idx="4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5" name="Google Shape;125;p1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">
  <p:cSld name="CUSTOM_11_1_1">
    <p:bg>
      <p:bgPr>
        <a:solidFill>
          <a:schemeClr val="accent5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8" name="Google Shape;128;p13"/>
          <p:cNvSpPr txBox="1"/>
          <p:nvPr>
            <p:ph idx="2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0" name="Google Shape;130;p13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1" name="Google Shape;131;p1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1">
  <p:cSld name="CUSTOM_12">
    <p:bg>
      <p:bgPr>
        <a:solidFill>
          <a:schemeClr val="accent5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34" name="Google Shape;134;p14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5" name="Google Shape;135;p14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6" name="Google Shape;136;p1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14"/>
          <p:cNvSpPr txBox="1"/>
          <p:nvPr>
            <p:ph idx="3" type="body"/>
          </p:nvPr>
        </p:nvSpPr>
        <p:spPr>
          <a:xfrm>
            <a:off x="495652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38" name="Google Shape;138;p14"/>
          <p:cNvSpPr txBox="1"/>
          <p:nvPr>
            <p:ph idx="4" type="body"/>
          </p:nvPr>
        </p:nvSpPr>
        <p:spPr>
          <a:xfrm>
            <a:off x="38947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39" name="Google Shape;139;p14"/>
          <p:cNvSpPr txBox="1"/>
          <p:nvPr>
            <p:ph idx="5" type="subTitle"/>
          </p:nvPr>
        </p:nvSpPr>
        <p:spPr>
          <a:xfrm>
            <a:off x="47992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40" name="Google Shape;140;p14"/>
          <p:cNvSpPr txBox="1"/>
          <p:nvPr>
            <p:ph idx="6" type="subTitle"/>
          </p:nvPr>
        </p:nvSpPr>
        <p:spPr>
          <a:xfrm>
            <a:off x="486827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CUSTOM_13">
    <p:bg>
      <p:bgPr>
        <a:solidFill>
          <a:schemeClr val="accent5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/>
          <p:nvPr>
            <p:ph idx="2" type="pic"/>
          </p:nvPr>
        </p:nvSpPr>
        <p:spPr>
          <a:xfrm>
            <a:off x="50280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3" name="Google Shape;143;p15"/>
          <p:cNvSpPr/>
          <p:nvPr>
            <p:ph idx="3" type="pic"/>
          </p:nvPr>
        </p:nvSpPr>
        <p:spPr>
          <a:xfrm>
            <a:off x="633475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4" name="Google Shape;144;p15"/>
          <p:cNvSpPr/>
          <p:nvPr>
            <p:ph idx="4" type="pic"/>
          </p:nvPr>
        </p:nvSpPr>
        <p:spPr>
          <a:xfrm>
            <a:off x="3418775" y="2080550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5" name="Google Shape;145;p1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46" name="Google Shape;146;p15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7" name="Google Shape;147;p15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8" name="Google Shape;148;p1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15"/>
          <p:cNvSpPr txBox="1"/>
          <p:nvPr>
            <p:ph idx="6" type="body"/>
          </p:nvPr>
        </p:nvSpPr>
        <p:spPr>
          <a:xfrm>
            <a:off x="480250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50" name="Google Shape;150;p15"/>
          <p:cNvSpPr txBox="1"/>
          <p:nvPr>
            <p:ph idx="7" type="body"/>
          </p:nvPr>
        </p:nvSpPr>
        <p:spPr>
          <a:xfrm>
            <a:off x="3422476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51" name="Google Shape;151;p15"/>
          <p:cNvSpPr txBox="1"/>
          <p:nvPr>
            <p:ph idx="8" type="body"/>
          </p:nvPr>
        </p:nvSpPr>
        <p:spPr>
          <a:xfrm>
            <a:off x="6326625" y="3608000"/>
            <a:ext cx="23172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52" name="Google Shape;152;p15"/>
          <p:cNvSpPr txBox="1"/>
          <p:nvPr>
            <p:ph idx="9" type="subTitle"/>
          </p:nvPr>
        </p:nvSpPr>
        <p:spPr>
          <a:xfrm>
            <a:off x="48025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3" name="Google Shape;153;p15"/>
          <p:cNvSpPr txBox="1"/>
          <p:nvPr>
            <p:ph idx="13" type="subTitle"/>
          </p:nvPr>
        </p:nvSpPr>
        <p:spPr>
          <a:xfrm>
            <a:off x="3422476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4" name="Google Shape;154;p15"/>
          <p:cNvSpPr txBox="1"/>
          <p:nvPr>
            <p:ph idx="14" type="subTitle"/>
          </p:nvPr>
        </p:nvSpPr>
        <p:spPr>
          <a:xfrm>
            <a:off x="632880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13_1">
    <p:bg>
      <p:bgPr>
        <a:solidFill>
          <a:schemeClr val="accent5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/>
          <p:nvPr>
            <p:ph idx="2" type="pic"/>
          </p:nvPr>
        </p:nvSpPr>
        <p:spPr>
          <a:xfrm>
            <a:off x="4644850" y="12992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7" name="Google Shape;157;p16"/>
          <p:cNvSpPr/>
          <p:nvPr>
            <p:ph idx="3" type="pic"/>
          </p:nvPr>
        </p:nvSpPr>
        <p:spPr>
          <a:xfrm>
            <a:off x="4644850" y="36428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8" name="Google Shape;158;p16"/>
          <p:cNvSpPr/>
          <p:nvPr>
            <p:ph idx="4" type="pic"/>
          </p:nvPr>
        </p:nvSpPr>
        <p:spPr>
          <a:xfrm>
            <a:off x="7828875" y="24710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59" name="Google Shape;159;p16"/>
          <p:cNvSpPr/>
          <p:nvPr>
            <p:ph idx="5" type="pic"/>
          </p:nvPr>
        </p:nvSpPr>
        <p:spPr>
          <a:xfrm>
            <a:off x="373175" y="1147525"/>
            <a:ext cx="3579900" cy="3607500"/>
          </a:xfrm>
          <a:prstGeom prst="roundRect">
            <a:avLst>
              <a:gd fmla="val 11548" name="adj"/>
            </a:avLst>
          </a:prstGeom>
          <a:noFill/>
          <a:ln>
            <a:noFill/>
          </a:ln>
        </p:spPr>
      </p:sp>
      <p:sp>
        <p:nvSpPr>
          <p:cNvPr id="160" name="Google Shape;160;p16"/>
          <p:cNvSpPr txBox="1"/>
          <p:nvPr>
            <p:ph type="title"/>
          </p:nvPr>
        </p:nvSpPr>
        <p:spPr>
          <a:xfrm>
            <a:off x="277500" y="416250"/>
            <a:ext cx="8589000" cy="62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2" name="Google Shape;162;p16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" name="Google Shape;164;p16"/>
          <p:cNvSpPr txBox="1"/>
          <p:nvPr>
            <p:ph idx="7" type="title"/>
          </p:nvPr>
        </p:nvSpPr>
        <p:spPr>
          <a:xfrm>
            <a:off x="6033800" y="15393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8" type="title"/>
          </p:nvPr>
        </p:nvSpPr>
        <p:spPr>
          <a:xfrm>
            <a:off x="6033800" y="18086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6" name="Google Shape;166;p16"/>
          <p:cNvSpPr txBox="1"/>
          <p:nvPr>
            <p:ph idx="9" type="title"/>
          </p:nvPr>
        </p:nvSpPr>
        <p:spPr>
          <a:xfrm>
            <a:off x="4869750" y="27111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7" name="Google Shape;167;p16"/>
          <p:cNvSpPr txBox="1"/>
          <p:nvPr>
            <p:ph idx="13" type="title"/>
          </p:nvPr>
        </p:nvSpPr>
        <p:spPr>
          <a:xfrm>
            <a:off x="4869750" y="29804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8" name="Google Shape;168;p16"/>
          <p:cNvSpPr txBox="1"/>
          <p:nvPr>
            <p:ph idx="14" type="title"/>
          </p:nvPr>
        </p:nvSpPr>
        <p:spPr>
          <a:xfrm>
            <a:off x="6033800" y="38829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9" name="Google Shape;169;p16"/>
          <p:cNvSpPr txBox="1"/>
          <p:nvPr>
            <p:ph idx="15" type="title"/>
          </p:nvPr>
        </p:nvSpPr>
        <p:spPr>
          <a:xfrm>
            <a:off x="6033800" y="41522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CUSTOM_14">
    <p:bg>
      <p:bgPr>
        <a:solidFill>
          <a:schemeClr val="accent5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72" name="Google Shape;172;p1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3" name="Google Shape;173;p17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4" name="Google Shape;174;p1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5" name="Google Shape;175;p17"/>
          <p:cNvSpPr txBox="1"/>
          <p:nvPr>
            <p:ph idx="3" type="body"/>
          </p:nvPr>
        </p:nvSpPr>
        <p:spPr>
          <a:xfrm>
            <a:off x="22669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6" name="Google Shape;176;p17"/>
          <p:cNvSpPr txBox="1"/>
          <p:nvPr>
            <p:ph idx="4" type="body"/>
          </p:nvPr>
        </p:nvSpPr>
        <p:spPr>
          <a:xfrm>
            <a:off x="40068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7" name="Google Shape;177;p17"/>
          <p:cNvSpPr txBox="1"/>
          <p:nvPr>
            <p:ph idx="5" type="body"/>
          </p:nvPr>
        </p:nvSpPr>
        <p:spPr>
          <a:xfrm>
            <a:off x="57482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8" name="Google Shape;178;p17"/>
          <p:cNvSpPr txBox="1"/>
          <p:nvPr>
            <p:ph idx="6" type="body"/>
          </p:nvPr>
        </p:nvSpPr>
        <p:spPr>
          <a:xfrm>
            <a:off x="74507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9" name="Google Shape;179;p17"/>
          <p:cNvSpPr txBox="1"/>
          <p:nvPr>
            <p:ph idx="7" type="subTitle"/>
          </p:nvPr>
        </p:nvSpPr>
        <p:spPr>
          <a:xfrm>
            <a:off x="22670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0" name="Google Shape;180;p17"/>
          <p:cNvSpPr txBox="1"/>
          <p:nvPr>
            <p:ph idx="8" type="subTitle"/>
          </p:nvPr>
        </p:nvSpPr>
        <p:spPr>
          <a:xfrm>
            <a:off x="4006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1" name="Google Shape;181;p17"/>
          <p:cNvSpPr txBox="1"/>
          <p:nvPr>
            <p:ph idx="9" type="subTitle"/>
          </p:nvPr>
        </p:nvSpPr>
        <p:spPr>
          <a:xfrm>
            <a:off x="57475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2" name="Google Shape;182;p17"/>
          <p:cNvSpPr txBox="1"/>
          <p:nvPr>
            <p:ph idx="13" type="subTitle"/>
          </p:nvPr>
        </p:nvSpPr>
        <p:spPr>
          <a:xfrm>
            <a:off x="7488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image">
  <p:cSld name="CUSTOM_15">
    <p:bg>
      <p:bgPr>
        <a:solidFill>
          <a:schemeClr val="accent5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"/>
          <p:cNvSpPr txBox="1"/>
          <p:nvPr>
            <p:ph type="title"/>
          </p:nvPr>
        </p:nvSpPr>
        <p:spPr>
          <a:xfrm>
            <a:off x="5321925" y="506100"/>
            <a:ext cx="3544500" cy="57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85" name="Google Shape;185;p18"/>
          <p:cNvSpPr/>
          <p:nvPr>
            <p:ph idx="2" type="pic"/>
          </p:nvPr>
        </p:nvSpPr>
        <p:spPr>
          <a:xfrm>
            <a:off x="392100" y="411300"/>
            <a:ext cx="4297500" cy="4333200"/>
          </a:xfrm>
          <a:prstGeom prst="roundRect">
            <a:avLst>
              <a:gd fmla="val 12298" name="adj"/>
            </a:avLst>
          </a:prstGeom>
          <a:noFill/>
          <a:ln>
            <a:noFill/>
          </a:ln>
        </p:spPr>
      </p:sp>
      <p:sp>
        <p:nvSpPr>
          <p:cNvPr id="186" name="Google Shape;186;p18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7" name="Google Shape;187;p1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 ">
  <p:cSld name="CUSTOM_17_1">
    <p:bg>
      <p:bgPr>
        <a:solidFill>
          <a:schemeClr val="accent5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"/>
          <p:cNvSpPr txBox="1"/>
          <p:nvPr>
            <p:ph idx="1" type="subTitle"/>
          </p:nvPr>
        </p:nvSpPr>
        <p:spPr>
          <a:xfrm>
            <a:off x="2775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0" name="Google Shape;190;p19"/>
          <p:cNvSpPr/>
          <p:nvPr>
            <p:ph idx="2" type="pic"/>
          </p:nvPr>
        </p:nvSpPr>
        <p:spPr>
          <a:xfrm>
            <a:off x="2891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1" name="Google Shape;191;p19"/>
          <p:cNvSpPr/>
          <p:nvPr>
            <p:ph idx="3" type="pic"/>
          </p:nvPr>
        </p:nvSpPr>
        <p:spPr>
          <a:xfrm>
            <a:off x="21522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2" name="Google Shape;192;p19"/>
          <p:cNvSpPr/>
          <p:nvPr>
            <p:ph idx="4" type="pic"/>
          </p:nvPr>
        </p:nvSpPr>
        <p:spPr>
          <a:xfrm>
            <a:off x="40153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3" name="Google Shape;193;p19"/>
          <p:cNvSpPr/>
          <p:nvPr>
            <p:ph idx="5" type="pic"/>
          </p:nvPr>
        </p:nvSpPr>
        <p:spPr>
          <a:xfrm>
            <a:off x="586625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194" name="Google Shape;194;p19"/>
          <p:cNvSpPr txBox="1"/>
          <p:nvPr>
            <p:ph idx="6" type="body"/>
          </p:nvPr>
        </p:nvSpPr>
        <p:spPr>
          <a:xfrm>
            <a:off x="2775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95" name="Google Shape;195;p19"/>
          <p:cNvSpPr txBox="1"/>
          <p:nvPr>
            <p:ph idx="7" type="subTitle"/>
          </p:nvPr>
        </p:nvSpPr>
        <p:spPr>
          <a:xfrm>
            <a:off x="21481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6" name="Google Shape;196;p19"/>
          <p:cNvSpPr txBox="1"/>
          <p:nvPr>
            <p:ph idx="8" type="body"/>
          </p:nvPr>
        </p:nvSpPr>
        <p:spPr>
          <a:xfrm>
            <a:off x="21481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7" name="Google Shape;197;p19"/>
          <p:cNvSpPr txBox="1"/>
          <p:nvPr>
            <p:ph idx="9" type="subTitle"/>
          </p:nvPr>
        </p:nvSpPr>
        <p:spPr>
          <a:xfrm>
            <a:off x="40188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8" name="Google Shape;198;p19"/>
          <p:cNvSpPr txBox="1"/>
          <p:nvPr>
            <p:ph idx="13" type="body"/>
          </p:nvPr>
        </p:nvSpPr>
        <p:spPr>
          <a:xfrm>
            <a:off x="40188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199" name="Google Shape;199;p19"/>
          <p:cNvSpPr txBox="1"/>
          <p:nvPr>
            <p:ph idx="14" type="subTitle"/>
          </p:nvPr>
        </p:nvSpPr>
        <p:spPr>
          <a:xfrm>
            <a:off x="58536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0" name="Google Shape;200;p19"/>
          <p:cNvSpPr txBox="1"/>
          <p:nvPr>
            <p:ph idx="15" type="body"/>
          </p:nvPr>
        </p:nvSpPr>
        <p:spPr>
          <a:xfrm>
            <a:off x="58536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201" name="Google Shape;201;p19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02" name="Google Shape;202;p19"/>
          <p:cNvSpPr txBox="1"/>
          <p:nvPr>
            <p:ph idx="16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3" name="Google Shape;203;p19"/>
          <p:cNvSpPr txBox="1"/>
          <p:nvPr>
            <p:ph idx="17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4" name="Google Shape;204;p1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BLANK_1_1_1_1_1_1_1_1_1_1_1_1_1_1_1_1">
    <p:bg>
      <p:bgPr>
        <a:solidFill>
          <a:schemeClr val="accent5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"/>
          <p:cNvSpPr/>
          <p:nvPr>
            <p:ph idx="2" type="pic"/>
          </p:nvPr>
        </p:nvSpPr>
        <p:spPr>
          <a:xfrm>
            <a:off x="392100" y="411300"/>
            <a:ext cx="4915800" cy="4333200"/>
          </a:xfrm>
          <a:prstGeom prst="roundRect">
            <a:avLst>
              <a:gd fmla="val 11160" name="adj"/>
            </a:avLst>
          </a:prstGeom>
          <a:noFill/>
          <a:ln>
            <a:noFill/>
          </a:ln>
        </p:spPr>
      </p:sp>
      <p:sp>
        <p:nvSpPr>
          <p:cNvPr id="207" name="Google Shape;207;p20"/>
          <p:cNvSpPr txBox="1"/>
          <p:nvPr>
            <p:ph type="title"/>
          </p:nvPr>
        </p:nvSpPr>
        <p:spPr>
          <a:xfrm>
            <a:off x="60451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idx="3" type="title"/>
          </p:nvPr>
        </p:nvSpPr>
        <p:spPr>
          <a:xfrm>
            <a:off x="60451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10" name="Google Shape;210;p2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653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or characteristics">
  <p:cSld name="CUSTOM_19_2">
    <p:bg>
      <p:bgPr>
        <a:solidFill>
          <a:schemeClr val="accent5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/>
          <p:nvPr/>
        </p:nvSpPr>
        <p:spPr>
          <a:xfrm>
            <a:off x="6766675" y="282250"/>
            <a:ext cx="2099700" cy="3008100"/>
          </a:xfrm>
          <a:prstGeom prst="roundRect">
            <a:avLst>
              <a:gd fmla="val 1195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277425" y="3414025"/>
            <a:ext cx="3513600" cy="1447800"/>
          </a:xfrm>
          <a:prstGeom prst="roundRect">
            <a:avLst>
              <a:gd fmla="val 1567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298000" y="1843500"/>
            <a:ext cx="1350600" cy="1447800"/>
          </a:xfrm>
          <a:prstGeom prst="roundRect">
            <a:avLst>
              <a:gd fmla="val 20704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7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5" name="Google Shape;215;p21"/>
          <p:cNvSpPr/>
          <p:nvPr/>
        </p:nvSpPr>
        <p:spPr>
          <a:xfrm rot="-5400000">
            <a:off x="5577475" y="2049100"/>
            <a:ext cx="566700" cy="867300"/>
          </a:xfrm>
          <a:prstGeom prst="round2SameRect">
            <a:avLst>
              <a:gd fmla="val 49749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5426850" y="2194075"/>
            <a:ext cx="1092900" cy="573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7" name="Google Shape;217;p21"/>
          <p:cNvSpPr/>
          <p:nvPr>
            <p:ph idx="2" type="pic"/>
          </p:nvPr>
        </p:nvSpPr>
        <p:spPr>
          <a:xfrm>
            <a:off x="3910200" y="3408075"/>
            <a:ext cx="34863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18" name="Google Shape;218;p21"/>
          <p:cNvSpPr/>
          <p:nvPr>
            <p:ph idx="3" type="pic"/>
          </p:nvPr>
        </p:nvSpPr>
        <p:spPr>
          <a:xfrm>
            <a:off x="277500" y="277500"/>
            <a:ext cx="2765700" cy="3013800"/>
          </a:xfrm>
          <a:prstGeom prst="roundRect">
            <a:avLst>
              <a:gd fmla="val 8721" name="adj"/>
            </a:avLst>
          </a:prstGeom>
          <a:noFill/>
          <a:ln>
            <a:noFill/>
          </a:ln>
        </p:spPr>
      </p:sp>
      <p:sp>
        <p:nvSpPr>
          <p:cNvPr id="219" name="Google Shape;219;p21"/>
          <p:cNvSpPr/>
          <p:nvPr>
            <p:ph idx="4" type="pic"/>
          </p:nvPr>
        </p:nvSpPr>
        <p:spPr>
          <a:xfrm>
            <a:off x="3161225" y="277500"/>
            <a:ext cx="1350600" cy="1447800"/>
          </a:xfrm>
          <a:prstGeom prst="roundRect">
            <a:avLst>
              <a:gd fmla="val 15267" name="adj"/>
            </a:avLst>
          </a:prstGeom>
          <a:noFill/>
          <a:ln>
            <a:noFill/>
          </a:ln>
        </p:spPr>
      </p:sp>
      <p:sp>
        <p:nvSpPr>
          <p:cNvPr id="220" name="Google Shape;220;p21"/>
          <p:cNvSpPr/>
          <p:nvPr>
            <p:ph idx="5" type="pic"/>
          </p:nvPr>
        </p:nvSpPr>
        <p:spPr>
          <a:xfrm>
            <a:off x="6883575" y="399550"/>
            <a:ext cx="1866000" cy="2775000"/>
          </a:xfrm>
          <a:prstGeom prst="roundRect">
            <a:avLst>
              <a:gd fmla="val 9097" name="adj"/>
            </a:avLst>
          </a:prstGeom>
          <a:noFill/>
          <a:ln>
            <a:noFill/>
          </a:ln>
        </p:spPr>
      </p:sp>
      <p:sp>
        <p:nvSpPr>
          <p:cNvPr id="221" name="Google Shape;221;p21"/>
          <p:cNvSpPr/>
          <p:nvPr>
            <p:ph idx="6" type="pic"/>
          </p:nvPr>
        </p:nvSpPr>
        <p:spPr>
          <a:xfrm>
            <a:off x="7516025" y="3407700"/>
            <a:ext cx="13506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22" name="Google Shape;222;p21"/>
          <p:cNvSpPr/>
          <p:nvPr>
            <p:ph idx="7" type="pic"/>
          </p:nvPr>
        </p:nvSpPr>
        <p:spPr>
          <a:xfrm>
            <a:off x="394425" y="3528475"/>
            <a:ext cx="3279600" cy="1218900"/>
          </a:xfrm>
          <a:prstGeom prst="roundRect">
            <a:avLst>
              <a:gd fmla="val 11412" name="adj"/>
            </a:avLst>
          </a:prstGeom>
          <a:noFill/>
          <a:ln>
            <a:noFill/>
          </a:ln>
        </p:spPr>
      </p:sp>
      <p:sp>
        <p:nvSpPr>
          <p:cNvPr id="223" name="Google Shape;223;p21"/>
          <p:cNvSpPr/>
          <p:nvPr/>
        </p:nvSpPr>
        <p:spPr>
          <a:xfrm>
            <a:off x="3161225" y="1842600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4629850" y="279301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225" name="Google Shape;225;p21"/>
          <p:cNvCxnSpPr>
            <a:stCxn id="223" idx="1"/>
            <a:endCxn id="223" idx="3"/>
          </p:cNvCxnSpPr>
          <p:nvPr/>
        </p:nvCxnSpPr>
        <p:spPr>
          <a:xfrm>
            <a:off x="3161225" y="2566500"/>
            <a:ext cx="20187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21"/>
          <p:cNvSpPr txBox="1"/>
          <p:nvPr>
            <p:ph idx="1" type="subTitle"/>
          </p:nvPr>
        </p:nvSpPr>
        <p:spPr>
          <a:xfrm>
            <a:off x="394425" y="4055150"/>
            <a:ext cx="3279600" cy="57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7" name="Google Shape;227;p21"/>
          <p:cNvSpPr txBox="1"/>
          <p:nvPr>
            <p:ph idx="8" type="subTitle"/>
          </p:nvPr>
        </p:nvSpPr>
        <p:spPr>
          <a:xfrm>
            <a:off x="6883575" y="605875"/>
            <a:ext cx="1866000" cy="573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8" name="Google Shape;228;p21"/>
          <p:cNvSpPr txBox="1"/>
          <p:nvPr>
            <p:ph idx="9" type="subTitle"/>
          </p:nvPr>
        </p:nvSpPr>
        <p:spPr>
          <a:xfrm>
            <a:off x="3910200" y="3779175"/>
            <a:ext cx="3486300" cy="705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9" name="Google Shape;229;p21"/>
          <p:cNvSpPr txBox="1"/>
          <p:nvPr>
            <p:ph idx="13" type="subTitle"/>
          </p:nvPr>
        </p:nvSpPr>
        <p:spPr>
          <a:xfrm>
            <a:off x="291075" y="2571750"/>
            <a:ext cx="2765700" cy="705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0" name="Google Shape;230;p21"/>
          <p:cNvSpPr txBox="1"/>
          <p:nvPr>
            <p:ph idx="14" type="subTitle"/>
          </p:nvPr>
        </p:nvSpPr>
        <p:spPr>
          <a:xfrm>
            <a:off x="4629850" y="694401"/>
            <a:ext cx="2018700" cy="566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1" name="Google Shape;231;p21"/>
          <p:cNvSpPr txBox="1"/>
          <p:nvPr>
            <p:ph idx="15" type="subTitle"/>
          </p:nvPr>
        </p:nvSpPr>
        <p:spPr>
          <a:xfrm>
            <a:off x="4629900" y="1390480"/>
            <a:ext cx="20187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u="sng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2" name="Google Shape;232;p21"/>
          <p:cNvSpPr txBox="1"/>
          <p:nvPr>
            <p:ph idx="16" type="subTitle"/>
          </p:nvPr>
        </p:nvSpPr>
        <p:spPr>
          <a:xfrm>
            <a:off x="3596775" y="229200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3" name="Google Shape;233;p21"/>
          <p:cNvSpPr txBox="1"/>
          <p:nvPr>
            <p:ph idx="17" type="subTitle"/>
          </p:nvPr>
        </p:nvSpPr>
        <p:spPr>
          <a:xfrm>
            <a:off x="3596775" y="299735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4" name="Google Shape;234;p21"/>
          <p:cNvSpPr txBox="1"/>
          <p:nvPr>
            <p:ph idx="18" type="subTitle"/>
          </p:nvPr>
        </p:nvSpPr>
        <p:spPr>
          <a:xfrm>
            <a:off x="3596675" y="1934500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5" name="Google Shape;235;p21"/>
          <p:cNvSpPr txBox="1"/>
          <p:nvPr>
            <p:ph idx="19" type="subTitle"/>
          </p:nvPr>
        </p:nvSpPr>
        <p:spPr>
          <a:xfrm>
            <a:off x="3596775" y="2618213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6" name="Google Shape;236;p21"/>
          <p:cNvSpPr txBox="1"/>
          <p:nvPr>
            <p:ph idx="20" type="subTitle"/>
          </p:nvPr>
        </p:nvSpPr>
        <p:spPr>
          <a:xfrm>
            <a:off x="5297950" y="2885600"/>
            <a:ext cx="1350600" cy="288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 u="sng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7" name="Google Shape;237;p2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8" name="Google Shape;238;p21"/>
          <p:cNvSpPr txBox="1"/>
          <p:nvPr>
            <p:ph idx="21" type="subTitle"/>
          </p:nvPr>
        </p:nvSpPr>
        <p:spPr>
          <a:xfrm>
            <a:off x="5426775" y="2214775"/>
            <a:ext cx="1092900" cy="56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 with description">
  <p:cSld name="CUSTOM_19_1_1_1">
    <p:bg>
      <p:bgPr>
        <a:solidFill>
          <a:schemeClr val="accent5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2"/>
          <p:cNvSpPr/>
          <p:nvPr>
            <p:ph idx="2" type="pic"/>
          </p:nvPr>
        </p:nvSpPr>
        <p:spPr>
          <a:xfrm>
            <a:off x="2021325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41" name="Google Shape;241;p22"/>
          <p:cNvSpPr/>
          <p:nvPr>
            <p:ph idx="3" type="pic"/>
          </p:nvPr>
        </p:nvSpPr>
        <p:spPr>
          <a:xfrm>
            <a:off x="5444400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42" name="Google Shape;242;p22"/>
          <p:cNvSpPr txBox="1"/>
          <p:nvPr>
            <p:ph idx="1" type="subTitle"/>
          </p:nvPr>
        </p:nvSpPr>
        <p:spPr>
          <a:xfrm>
            <a:off x="3700500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3" name="Google Shape;243;p22"/>
          <p:cNvSpPr txBox="1"/>
          <p:nvPr>
            <p:ph idx="4" type="body"/>
          </p:nvPr>
        </p:nvSpPr>
        <p:spPr>
          <a:xfrm>
            <a:off x="3700500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44" name="Google Shape;244;p22"/>
          <p:cNvSpPr txBox="1"/>
          <p:nvPr>
            <p:ph idx="5" type="subTitle"/>
          </p:nvPr>
        </p:nvSpPr>
        <p:spPr>
          <a:xfrm>
            <a:off x="7123575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5" name="Google Shape;245;p22"/>
          <p:cNvSpPr txBox="1"/>
          <p:nvPr>
            <p:ph idx="6" type="body"/>
          </p:nvPr>
        </p:nvSpPr>
        <p:spPr>
          <a:xfrm>
            <a:off x="7123575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46" name="Google Shape;246;p22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47" name="Google Shape;247;p22"/>
          <p:cNvSpPr txBox="1"/>
          <p:nvPr>
            <p:ph idx="7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8" name="Google Shape;248;p22"/>
          <p:cNvSpPr txBox="1"/>
          <p:nvPr>
            <p:ph idx="8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9" name="Google Shape;249;p2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252" name="Google Shape;252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53" name="Google Shape;253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  <p:sp>
        <p:nvSpPr>
          <p:cNvPr id="256" name="Google Shape;256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9" name="Google Shape;25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0" name="Google Shape;260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8" name="Google Shape;268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71" name="Google Shape;271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2" name="Google Shape;272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sp>
        <p:nvSpPr>
          <p:cNvPr id="275" name="Google Shape;275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278" name="Google Shape;278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0" name="Google Shape;280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  <p:sp>
        <p:nvSpPr>
          <p:cNvPr id="283" name="Google Shape;283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286" name="Google Shape;286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7" name="Google Shape;287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3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4" name="Google Shape;294;p3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5" name="Google Shape;295;p3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6" name="Google Shape;296;p3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7" name="Google Shape;297;p3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8" name="Google Shape;298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1" name="Google Shape;301;p3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2" name="Google Shape;302;p3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303" name="Google Shape;303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6" name="Google Shape;306;p3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3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8" name="Google Shape;308;p3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9" name="Google Shape;309;p3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3" name="Google Shape;313;p3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4" name="Google Shape;314;p3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15" name="Google Shape;315;p37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6" name="Google Shape;316;p37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7" name="Google Shape;317;p37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8" name="Google Shape;318;p37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9" name="Google Shape;319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2" name="Google Shape;322;p3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3" name="Google Shape;323;p3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4" name="Google Shape;324;p3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5" name="Google Shape;325;p3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26" name="Google Shape;326;p3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7" name="Google Shape;327;p3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8" name="Google Shape;328;p3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9" name="Google Shape;329;p3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0" name="Google Shape;330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3" name="Google Shape;333;p3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7" name="Google Shape;337;p4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38" name="Google Shape;338;p4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0" name="Google Shape;34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1" name="Google Shape;341;p4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2" name="Google Shape;342;p4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3" name="Google Shape;343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6" name="Google Shape;346;p4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47" name="Google Shape;347;p4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9" name="Google Shape;349;p4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1" name="Google Shape;35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2" name="Google Shape;352;p4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3" name="Google Shape;353;p4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4" name="Google Shape;354;p4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5" name="Google Shape;355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1" name="Google Shape;361;p4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4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3" name="Google Shape;363;p4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4" name="Google Shape;364;p4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5" name="Google Shape;365;p4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6" name="Google Shape;366;p4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7" name="Google Shape;367;p4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8" name="Google Shape;368;p4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69" name="Google Shape;369;p4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43" Type="http://schemas.openxmlformats.org/officeDocument/2006/relationships/theme" Target="../theme/theme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4850" y="2001325"/>
            <a:ext cx="4088100" cy="24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75">
          <p15:clr>
            <a:srgbClr val="E46962"/>
          </p15:clr>
        </p15:guide>
        <p15:guide id="2" orient="horz" pos="3061">
          <p15:clr>
            <a:srgbClr val="E46962"/>
          </p15:clr>
        </p15:guide>
        <p15:guide id="3" orient="horz" pos="175">
          <p15:clr>
            <a:srgbClr val="E46962"/>
          </p15:clr>
        </p15:guide>
        <p15:guide id="4" pos="5585">
          <p15:clr>
            <a:srgbClr val="E46962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1.jp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Relationship Id="rId4" Type="http://schemas.openxmlformats.org/officeDocument/2006/relationships/image" Target="../media/image4.png"/><Relationship Id="rId5" Type="http://schemas.openxmlformats.org/officeDocument/2006/relationships/image" Target="../media/image16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drive.google.com/file/d/1j4LG3dPthXji3yixxlcZH95Bb78M63Ml/view" TargetMode="External"/><Relationship Id="rId4" Type="http://schemas.openxmlformats.org/officeDocument/2006/relationships/image" Target="../media/image2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Relationship Id="rId4" Type="http://schemas.openxmlformats.org/officeDocument/2006/relationships/image" Target="../media/image29.png"/><Relationship Id="rId5" Type="http://schemas.openxmlformats.org/officeDocument/2006/relationships/image" Target="../media/image26.png"/><Relationship Id="rId6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33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image" Target="../media/image3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Relationship Id="rId4" Type="http://schemas.openxmlformats.org/officeDocument/2006/relationships/image" Target="../media/image38.png"/><Relationship Id="rId5" Type="http://schemas.openxmlformats.org/officeDocument/2006/relationships/image" Target="../media/image3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drive.google.com/file/d/1WuU6E7jRZbd6bupDyz37bff6NYwesHKW/view" TargetMode="External"/><Relationship Id="rId4" Type="http://schemas.openxmlformats.org/officeDocument/2006/relationships/image" Target="../media/image3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drive.google.com/file/d/1r--dKvqqCuDmmzkq0tad5U0sfSssjgp4/view" TargetMode="External"/><Relationship Id="rId4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4"/>
          <p:cNvSpPr txBox="1"/>
          <p:nvPr>
            <p:ph idx="1" type="subTitle"/>
          </p:nvPr>
        </p:nvSpPr>
        <p:spPr>
          <a:xfrm>
            <a:off x="689250" y="4054725"/>
            <a:ext cx="7977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ME/ECE 4999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Group 9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Mahfuja Jannat | James Lauritsen | Danilo Zdravkovic | Jackson Mabry | Eric Janowiecki | Nate Anderson | Lawrence Dokaj</a:t>
            </a:r>
            <a:endParaRPr/>
          </a:p>
        </p:txBody>
      </p:sp>
      <p:sp>
        <p:nvSpPr>
          <p:cNvPr id="376" name="Google Shape;376;p44"/>
          <p:cNvSpPr txBox="1"/>
          <p:nvPr>
            <p:ph type="title"/>
          </p:nvPr>
        </p:nvSpPr>
        <p:spPr>
          <a:xfrm>
            <a:off x="951675" y="1672850"/>
            <a:ext cx="4682100" cy="154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MakiMate</a:t>
            </a:r>
            <a:endParaRPr/>
          </a:p>
        </p:txBody>
      </p:sp>
      <p:pic>
        <p:nvPicPr>
          <p:cNvPr id="377" name="Google Shape;377;p44" title="IMG_469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8725" y="1431100"/>
            <a:ext cx="3770998" cy="222979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44"/>
          <p:cNvSpPr txBox="1"/>
          <p:nvPr>
            <p:ph idx="4294967295" type="sldNum"/>
          </p:nvPr>
        </p:nvSpPr>
        <p:spPr>
          <a:xfrm>
            <a:off x="8128700" y="4855950"/>
            <a:ext cx="657900" cy="2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r>
              <a:rPr lang="en" sz="700"/>
              <a:t>1/21</a:t>
            </a:r>
            <a:endParaRPr sz="700"/>
          </a:p>
        </p:txBody>
      </p:sp>
      <p:pic>
        <p:nvPicPr>
          <p:cNvPr id="379" name="Google Shape;379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9590" y="1745665"/>
            <a:ext cx="1683120" cy="71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5"/>
          <p:cNvSpPr txBox="1"/>
          <p:nvPr>
            <p:ph type="title"/>
          </p:nvPr>
        </p:nvSpPr>
        <p:spPr>
          <a:xfrm>
            <a:off x="277500" y="278850"/>
            <a:ext cx="8589000" cy="632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MakiMate? </a:t>
            </a:r>
            <a:endParaRPr/>
          </a:p>
        </p:txBody>
      </p:sp>
      <p:sp>
        <p:nvSpPr>
          <p:cNvPr id="385" name="Google Shape;385;p45"/>
          <p:cNvSpPr txBox="1"/>
          <p:nvPr>
            <p:ph idx="17" type="subTitle"/>
          </p:nvPr>
        </p:nvSpPr>
        <p:spPr>
          <a:xfrm>
            <a:off x="7236300" y="14010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9</a:t>
            </a:r>
            <a:endParaRPr/>
          </a:p>
        </p:txBody>
      </p:sp>
      <p:sp>
        <p:nvSpPr>
          <p:cNvPr id="386" name="Google Shape;386;p45"/>
          <p:cNvSpPr txBox="1"/>
          <p:nvPr/>
        </p:nvSpPr>
        <p:spPr>
          <a:xfrm>
            <a:off x="1032850" y="1314225"/>
            <a:ext cx="41463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Open Source Social Robot</a:t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387" name="Google Shape;387;p45"/>
          <p:cNvPicPr preferRelativeResize="0"/>
          <p:nvPr/>
        </p:nvPicPr>
        <p:blipFill rotWithShape="1">
          <a:blip r:embed="rId3">
            <a:alphaModFix/>
          </a:blip>
          <a:srcRect b="3110" l="0" r="0" t="-3110"/>
          <a:stretch/>
        </p:blipFill>
        <p:spPr>
          <a:xfrm>
            <a:off x="5559275" y="601750"/>
            <a:ext cx="2930524" cy="3939999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5"/>
          <p:cNvSpPr/>
          <p:nvPr/>
        </p:nvSpPr>
        <p:spPr>
          <a:xfrm>
            <a:off x="382550" y="1231275"/>
            <a:ext cx="590700" cy="590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89" name="Google Shape;389;p45"/>
          <p:cNvSpPr/>
          <p:nvPr/>
        </p:nvSpPr>
        <p:spPr>
          <a:xfrm>
            <a:off x="382550" y="2043225"/>
            <a:ext cx="590700" cy="590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90" name="Google Shape;390;p45"/>
          <p:cNvSpPr/>
          <p:nvPr/>
        </p:nvSpPr>
        <p:spPr>
          <a:xfrm>
            <a:off x="382550" y="2855175"/>
            <a:ext cx="590700" cy="590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91" name="Google Shape;391;p45"/>
          <p:cNvSpPr txBox="1"/>
          <p:nvPr/>
        </p:nvSpPr>
        <p:spPr>
          <a:xfrm>
            <a:off x="1072650" y="2144775"/>
            <a:ext cx="41463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Low Cost and Reproducable</a:t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92" name="Google Shape;392;p45"/>
          <p:cNvSpPr txBox="1"/>
          <p:nvPr/>
        </p:nvSpPr>
        <p:spPr>
          <a:xfrm>
            <a:off x="1072650" y="2975325"/>
            <a:ext cx="41463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ROS2 Based and Customizeable</a:t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93" name="Google Shape;393;p45"/>
          <p:cNvSpPr/>
          <p:nvPr/>
        </p:nvSpPr>
        <p:spPr>
          <a:xfrm>
            <a:off x="382550" y="3667125"/>
            <a:ext cx="590700" cy="590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94" name="Google Shape;394;p45"/>
          <p:cNvSpPr txBox="1"/>
          <p:nvPr/>
        </p:nvSpPr>
        <p:spPr>
          <a:xfrm>
            <a:off x="1072650" y="3750075"/>
            <a:ext cx="41463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Built for Natural Interaction</a:t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395" name="Google Shape;395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763" y="2105438"/>
            <a:ext cx="466275" cy="46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5500" y="2938125"/>
            <a:ext cx="424800" cy="4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4772" y="1293500"/>
            <a:ext cx="466250" cy="46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2437" y="3767012"/>
            <a:ext cx="390925" cy="390925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45"/>
          <p:cNvSpPr txBox="1"/>
          <p:nvPr>
            <p:ph idx="12" type="sldNum"/>
          </p:nvPr>
        </p:nvSpPr>
        <p:spPr>
          <a:xfrm>
            <a:off x="8128698" y="485595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/21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6"/>
          <p:cNvSpPr txBox="1"/>
          <p:nvPr>
            <p:ph type="title"/>
          </p:nvPr>
        </p:nvSpPr>
        <p:spPr>
          <a:xfrm>
            <a:off x="429900" y="431250"/>
            <a:ext cx="8589000" cy="632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Team’s Deliverables</a:t>
            </a:r>
            <a:endParaRPr/>
          </a:p>
        </p:txBody>
      </p:sp>
      <p:sp>
        <p:nvSpPr>
          <p:cNvPr id="405" name="Google Shape;405;p46"/>
          <p:cNvSpPr txBox="1"/>
          <p:nvPr/>
        </p:nvSpPr>
        <p:spPr>
          <a:xfrm>
            <a:off x="5293125" y="1689300"/>
            <a:ext cx="3636900" cy="24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●"/>
            </a:pPr>
            <a:r>
              <a:rPr lang="en" sz="2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Speaker identification in noisy environment</a:t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●"/>
            </a:pPr>
            <a:r>
              <a:rPr lang="en" sz="2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Addition</a:t>
            </a:r>
            <a:r>
              <a:rPr lang="en" sz="2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of arms and torso redesign</a:t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●"/>
            </a:pPr>
            <a:r>
              <a:rPr lang="en" sz="2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Implementation of customizable LLM</a:t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06" name="Google Shape;406;p46"/>
          <p:cNvSpPr txBox="1"/>
          <p:nvPr>
            <p:ph idx="17" type="subTitle"/>
          </p:nvPr>
        </p:nvSpPr>
        <p:spPr>
          <a:xfrm>
            <a:off x="7236300" y="14010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9</a:t>
            </a:r>
            <a:endParaRPr/>
          </a:p>
        </p:txBody>
      </p:sp>
      <p:sp>
        <p:nvSpPr>
          <p:cNvPr id="407" name="Google Shape;407;p4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/21</a:t>
            </a:r>
            <a:endParaRPr/>
          </a:p>
        </p:txBody>
      </p:sp>
      <p:pic>
        <p:nvPicPr>
          <p:cNvPr id="408" name="Google Shape;40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750" y="1333175"/>
            <a:ext cx="4814525" cy="3211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7"/>
          <p:cNvSpPr txBox="1"/>
          <p:nvPr>
            <p:ph idx="12" type="sldNum"/>
          </p:nvPr>
        </p:nvSpPr>
        <p:spPr>
          <a:xfrm>
            <a:off x="8128698" y="485595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/21</a:t>
            </a:r>
            <a:endParaRPr/>
          </a:p>
        </p:txBody>
      </p:sp>
      <p:sp>
        <p:nvSpPr>
          <p:cNvPr id="414" name="Google Shape;414;p47"/>
          <p:cNvSpPr txBox="1"/>
          <p:nvPr>
            <p:ph type="title"/>
          </p:nvPr>
        </p:nvSpPr>
        <p:spPr>
          <a:xfrm>
            <a:off x="429900" y="431250"/>
            <a:ext cx="3504300" cy="632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Overview</a:t>
            </a:r>
            <a:endParaRPr/>
          </a:p>
        </p:txBody>
      </p:sp>
      <p:sp>
        <p:nvSpPr>
          <p:cNvPr id="415" name="Google Shape;415;p47"/>
          <p:cNvSpPr/>
          <p:nvPr/>
        </p:nvSpPr>
        <p:spPr>
          <a:xfrm>
            <a:off x="7809750" y="802500"/>
            <a:ext cx="1129200" cy="43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mo"/>
                <a:ea typeface="Arimo"/>
                <a:cs typeface="Arimo"/>
                <a:sym typeface="Arimo"/>
              </a:rPr>
              <a:t>Expressive Eyes</a:t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16" name="Google Shape;416;p47"/>
          <p:cNvSpPr/>
          <p:nvPr/>
        </p:nvSpPr>
        <p:spPr>
          <a:xfrm>
            <a:off x="4459400" y="1638550"/>
            <a:ext cx="1129200" cy="43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mo"/>
                <a:ea typeface="Arimo"/>
                <a:cs typeface="Arimo"/>
                <a:sym typeface="Arimo"/>
              </a:rPr>
              <a:t>Camera</a:t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17" name="Google Shape;417;p47"/>
          <p:cNvSpPr/>
          <p:nvPr/>
        </p:nvSpPr>
        <p:spPr>
          <a:xfrm>
            <a:off x="7693300" y="2022625"/>
            <a:ext cx="1129200" cy="43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mo"/>
                <a:ea typeface="Arimo"/>
                <a:cs typeface="Arimo"/>
                <a:sym typeface="Arimo"/>
              </a:rPr>
              <a:t>Neck Yaw/Pitch</a:t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18" name="Google Shape;418;p47"/>
          <p:cNvSpPr/>
          <p:nvPr/>
        </p:nvSpPr>
        <p:spPr>
          <a:xfrm>
            <a:off x="4399875" y="3573025"/>
            <a:ext cx="1129200" cy="43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mo"/>
                <a:ea typeface="Arimo"/>
                <a:cs typeface="Arimo"/>
                <a:sym typeface="Arimo"/>
              </a:rPr>
              <a:t>Power Supply</a:t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419" name="Google Shape;419;p47"/>
          <p:cNvCxnSpPr>
            <a:stCxn id="418" idx="3"/>
          </p:cNvCxnSpPr>
          <p:nvPr/>
        </p:nvCxnSpPr>
        <p:spPr>
          <a:xfrm flipH="1" rot="10800000">
            <a:off x="5529075" y="3783025"/>
            <a:ext cx="287700" cy="5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20" name="Google Shape;42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0582" y="4234900"/>
            <a:ext cx="565718" cy="2601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47"/>
          <p:cNvSpPr/>
          <p:nvPr/>
        </p:nvSpPr>
        <p:spPr>
          <a:xfrm>
            <a:off x="7582900" y="3066050"/>
            <a:ext cx="1356000" cy="937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mo"/>
                <a:ea typeface="Arimo"/>
                <a:cs typeface="Arimo"/>
                <a:sym typeface="Arimo"/>
              </a:rPr>
              <a:t>Internal Hardware (Pi, Speaker, Motor Drivers)</a:t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422" name="Google Shape;422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9697" y="700463"/>
            <a:ext cx="1813200" cy="39546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3" name="Google Shape;423;p47"/>
          <p:cNvCxnSpPr>
            <a:stCxn id="416" idx="3"/>
          </p:cNvCxnSpPr>
          <p:nvPr/>
        </p:nvCxnSpPr>
        <p:spPr>
          <a:xfrm>
            <a:off x="5588600" y="1853650"/>
            <a:ext cx="1027200" cy="24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4" name="Google Shape;424;p47"/>
          <p:cNvCxnSpPr>
            <a:stCxn id="415" idx="1"/>
          </p:cNvCxnSpPr>
          <p:nvPr/>
        </p:nvCxnSpPr>
        <p:spPr>
          <a:xfrm flipH="1">
            <a:off x="7191750" y="1017600"/>
            <a:ext cx="618000" cy="391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5" name="Google Shape;425;p47"/>
          <p:cNvCxnSpPr>
            <a:stCxn id="417" idx="1"/>
          </p:cNvCxnSpPr>
          <p:nvPr/>
        </p:nvCxnSpPr>
        <p:spPr>
          <a:xfrm flipH="1">
            <a:off x="6859000" y="2237725"/>
            <a:ext cx="834300" cy="260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6" name="Google Shape;426;p47"/>
          <p:cNvCxnSpPr>
            <a:stCxn id="421" idx="1"/>
          </p:cNvCxnSpPr>
          <p:nvPr/>
        </p:nvCxnSpPr>
        <p:spPr>
          <a:xfrm flipH="1">
            <a:off x="6758500" y="3534650"/>
            <a:ext cx="824400" cy="12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7" name="Google Shape;427;p47"/>
          <p:cNvSpPr txBox="1"/>
          <p:nvPr/>
        </p:nvSpPr>
        <p:spPr>
          <a:xfrm>
            <a:off x="429900" y="1126650"/>
            <a:ext cx="3170700" cy="3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●"/>
            </a:pPr>
            <a:r>
              <a:rPr lang="en" sz="2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Camera tracks user attention</a:t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●"/>
            </a:pPr>
            <a:r>
              <a:rPr lang="en" sz="2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External mic and internal speaker enable diolouge</a:t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●"/>
            </a:pPr>
            <a:r>
              <a:rPr lang="en" sz="2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Six servos drive expression </a:t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●"/>
            </a:pPr>
            <a:r>
              <a:rPr lang="en" sz="2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Raspberry Pi coordinates behavior</a:t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8"/>
          <p:cNvSpPr txBox="1"/>
          <p:nvPr>
            <p:ph type="title"/>
          </p:nvPr>
        </p:nvSpPr>
        <p:spPr>
          <a:xfrm>
            <a:off x="277500" y="278850"/>
            <a:ext cx="8589000" cy="632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Hearing</a:t>
            </a:r>
            <a:r>
              <a:rPr lang="en"/>
              <a:t> &amp; Seeing</a:t>
            </a:r>
            <a:endParaRPr/>
          </a:p>
        </p:txBody>
      </p:sp>
      <p:sp>
        <p:nvSpPr>
          <p:cNvPr id="433" name="Google Shape;433;p48"/>
          <p:cNvSpPr txBox="1"/>
          <p:nvPr>
            <p:ph idx="17" type="subTitle"/>
          </p:nvPr>
        </p:nvSpPr>
        <p:spPr>
          <a:xfrm>
            <a:off x="7236300" y="14010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9</a:t>
            </a:r>
            <a:endParaRPr/>
          </a:p>
        </p:txBody>
      </p:sp>
      <p:sp>
        <p:nvSpPr>
          <p:cNvPr id="434" name="Google Shape;434;p48"/>
          <p:cNvSpPr txBox="1"/>
          <p:nvPr>
            <p:ph idx="12" type="sldNum"/>
          </p:nvPr>
        </p:nvSpPr>
        <p:spPr>
          <a:xfrm>
            <a:off x="8215497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/21</a:t>
            </a:r>
            <a:endParaRPr/>
          </a:p>
        </p:txBody>
      </p:sp>
      <p:sp>
        <p:nvSpPr>
          <p:cNvPr id="435" name="Google Shape;435;p48"/>
          <p:cNvSpPr txBox="1"/>
          <p:nvPr/>
        </p:nvSpPr>
        <p:spPr>
          <a:xfrm>
            <a:off x="233325" y="911250"/>
            <a:ext cx="4338600" cy="39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●"/>
            </a:pPr>
            <a:r>
              <a:rPr lang="en" sz="2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30% improved accuracy</a:t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●"/>
            </a:pPr>
            <a:r>
              <a:rPr lang="en" sz="2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Layered noise filtering</a:t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●"/>
            </a:pPr>
            <a:r>
              <a:rPr lang="en" sz="2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Locked gaze</a:t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○"/>
            </a:pPr>
            <a:r>
              <a:rPr lang="en" sz="2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85% speaker turn accuracy</a:t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○"/>
            </a:pPr>
            <a:r>
              <a:rPr lang="en" sz="2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1.2s switching latency</a:t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436" name="Google Shape;436;p48" title="frame_009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7900" y="1034775"/>
            <a:ext cx="4286525" cy="3214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9"/>
          <p:cNvSpPr txBox="1"/>
          <p:nvPr>
            <p:ph type="title"/>
          </p:nvPr>
        </p:nvSpPr>
        <p:spPr>
          <a:xfrm>
            <a:off x="277500" y="278850"/>
            <a:ext cx="8589000" cy="632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Personalization</a:t>
            </a:r>
            <a:endParaRPr/>
          </a:p>
        </p:txBody>
      </p:sp>
      <p:sp>
        <p:nvSpPr>
          <p:cNvPr id="442" name="Google Shape;442;p49"/>
          <p:cNvSpPr txBox="1"/>
          <p:nvPr>
            <p:ph idx="17" type="subTitle"/>
          </p:nvPr>
        </p:nvSpPr>
        <p:spPr>
          <a:xfrm>
            <a:off x="7236300" y="14010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9</a:t>
            </a:r>
            <a:endParaRPr/>
          </a:p>
        </p:txBody>
      </p:sp>
      <p:sp>
        <p:nvSpPr>
          <p:cNvPr id="443" name="Google Shape;443;p49"/>
          <p:cNvSpPr txBox="1"/>
          <p:nvPr>
            <p:ph idx="12" type="sldNum"/>
          </p:nvPr>
        </p:nvSpPr>
        <p:spPr>
          <a:xfrm>
            <a:off x="8215497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/21</a:t>
            </a:r>
            <a:endParaRPr/>
          </a:p>
        </p:txBody>
      </p:sp>
      <p:sp>
        <p:nvSpPr>
          <p:cNvPr id="444" name="Google Shape;444;p49"/>
          <p:cNvSpPr txBox="1"/>
          <p:nvPr/>
        </p:nvSpPr>
        <p:spPr>
          <a:xfrm>
            <a:off x="233325" y="911250"/>
            <a:ext cx="4338600" cy="39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●"/>
            </a:pPr>
            <a:r>
              <a:rPr lang="en" sz="2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Calibration sequence</a:t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●"/>
            </a:pPr>
            <a:r>
              <a:rPr lang="en" sz="2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Creates user profiles</a:t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●"/>
            </a:pPr>
            <a:r>
              <a:rPr lang="en" sz="2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Social robot feature</a:t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445" name="Google Shape;44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1300" y="306075"/>
            <a:ext cx="3080500" cy="453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0"/>
          <p:cNvSpPr txBox="1"/>
          <p:nvPr>
            <p:ph idx="17" type="subTitle"/>
          </p:nvPr>
        </p:nvSpPr>
        <p:spPr>
          <a:xfrm>
            <a:off x="7236300" y="14010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9</a:t>
            </a:r>
            <a:endParaRPr/>
          </a:p>
        </p:txBody>
      </p:sp>
      <p:sp>
        <p:nvSpPr>
          <p:cNvPr id="451" name="Google Shape;451;p5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52" name="Google Shape;45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50038"/>
            <a:ext cx="9144000" cy="4443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1"/>
          <p:cNvSpPr txBox="1"/>
          <p:nvPr>
            <p:ph idx="12" type="sldNum"/>
          </p:nvPr>
        </p:nvSpPr>
        <p:spPr>
          <a:xfrm>
            <a:off x="8215497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/21</a:t>
            </a:r>
            <a:endParaRPr/>
          </a:p>
        </p:txBody>
      </p:sp>
      <p:sp>
        <p:nvSpPr>
          <p:cNvPr id="458" name="Google Shape;458;p51"/>
          <p:cNvSpPr txBox="1"/>
          <p:nvPr>
            <p:ph type="title"/>
          </p:nvPr>
        </p:nvSpPr>
        <p:spPr>
          <a:xfrm>
            <a:off x="1017150" y="732850"/>
            <a:ext cx="7109700" cy="99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LLM driven Conversational Ability </a:t>
            </a:r>
            <a:endParaRPr b="1"/>
          </a:p>
        </p:txBody>
      </p:sp>
      <p:pic>
        <p:nvPicPr>
          <p:cNvPr id="459" name="Google Shape;45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125" y="3560275"/>
            <a:ext cx="1985550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51"/>
          <p:cNvSpPr txBox="1"/>
          <p:nvPr/>
        </p:nvSpPr>
        <p:spPr>
          <a:xfrm>
            <a:off x="674825" y="1683525"/>
            <a:ext cx="3611400" cy="30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●"/>
            </a:pPr>
            <a:r>
              <a:rPr lang="en" sz="2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ASR → LLM → TTS Pipeline </a:t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●"/>
            </a:pPr>
            <a:r>
              <a:rPr lang="en" sz="2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Faster Speeds</a:t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●"/>
            </a:pPr>
            <a:r>
              <a:rPr lang="en" sz="2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Integrated Databases</a:t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●"/>
            </a:pPr>
            <a:r>
              <a:rPr lang="en" sz="2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Reduced Cost	</a:t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461" name="Google Shape;461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9453" y="1925101"/>
            <a:ext cx="3667400" cy="2501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2"/>
          <p:cNvSpPr txBox="1"/>
          <p:nvPr>
            <p:ph type="title"/>
          </p:nvPr>
        </p:nvSpPr>
        <p:spPr>
          <a:xfrm>
            <a:off x="277500" y="278850"/>
            <a:ext cx="8589000" cy="632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 Modularity</a:t>
            </a:r>
            <a:endParaRPr/>
          </a:p>
        </p:txBody>
      </p:sp>
      <p:sp>
        <p:nvSpPr>
          <p:cNvPr id="467" name="Google Shape;467;p52"/>
          <p:cNvSpPr txBox="1"/>
          <p:nvPr>
            <p:ph idx="17" type="subTitle"/>
          </p:nvPr>
        </p:nvSpPr>
        <p:spPr>
          <a:xfrm>
            <a:off x="7236300" y="14010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9</a:t>
            </a:r>
            <a:endParaRPr/>
          </a:p>
        </p:txBody>
      </p:sp>
      <p:sp>
        <p:nvSpPr>
          <p:cNvPr id="468" name="Google Shape;468;p5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/21</a:t>
            </a:r>
            <a:endParaRPr/>
          </a:p>
        </p:txBody>
      </p:sp>
      <p:pic>
        <p:nvPicPr>
          <p:cNvPr id="469" name="Google Shape;46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00" y="3403376"/>
            <a:ext cx="8396117" cy="63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06013" y="4177579"/>
            <a:ext cx="3931975" cy="51445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52"/>
          <p:cNvSpPr txBox="1"/>
          <p:nvPr/>
        </p:nvSpPr>
        <p:spPr>
          <a:xfrm>
            <a:off x="253200" y="912600"/>
            <a:ext cx="5158800" cy="24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●"/>
            </a:pPr>
            <a:r>
              <a:rPr lang="en" sz="2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General Socialization</a:t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●"/>
            </a:pPr>
            <a:r>
              <a:rPr lang="en" sz="2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Specific Uses</a:t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○"/>
            </a:pPr>
            <a:r>
              <a:rPr lang="en" sz="2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EC Greeter: Directions, Questions </a:t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○"/>
            </a:pPr>
            <a:r>
              <a:rPr lang="en" sz="2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User Defined Prompt Potential</a:t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○"/>
            </a:pPr>
            <a:r>
              <a:rPr lang="en" sz="2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Switches Prompts at Click of Button</a:t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3"/>
          <p:cNvSpPr txBox="1"/>
          <p:nvPr>
            <p:ph idx="1" type="body"/>
          </p:nvPr>
        </p:nvSpPr>
        <p:spPr>
          <a:xfrm>
            <a:off x="397200" y="894500"/>
            <a:ext cx="8435100" cy="3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 database stores information locally in a single file.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After the testing of </a:t>
            </a:r>
            <a:r>
              <a:rPr lang="en" sz="2000"/>
              <a:t>different</a:t>
            </a:r>
            <a:r>
              <a:rPr lang="en" sz="2000"/>
              <a:t> </a:t>
            </a:r>
            <a:r>
              <a:rPr lang="en" sz="2000"/>
              <a:t>databases, we selected SQLite.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It was found to be 50% faster than the next closest tested.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It was then </a:t>
            </a:r>
            <a:r>
              <a:rPr lang="en" sz="2000"/>
              <a:t>incorporated</a:t>
            </a:r>
            <a:r>
              <a:rPr lang="en" sz="2000"/>
              <a:t> into Main LLM file.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To help with different </a:t>
            </a:r>
            <a:r>
              <a:rPr lang="en" sz="2000"/>
              <a:t>accents</a:t>
            </a:r>
            <a:r>
              <a:rPr lang="en" sz="2000"/>
              <a:t>, Fussy logic was incorporated.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477" name="Google Shape;477;p53"/>
          <p:cNvSpPr txBox="1"/>
          <p:nvPr>
            <p:ph type="title"/>
          </p:nvPr>
        </p:nvSpPr>
        <p:spPr>
          <a:xfrm>
            <a:off x="311700" y="395900"/>
            <a:ext cx="85206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Databases</a:t>
            </a:r>
            <a:endParaRPr/>
          </a:p>
        </p:txBody>
      </p:sp>
      <p:sp>
        <p:nvSpPr>
          <p:cNvPr id="478" name="Google Shape;478;p53"/>
          <p:cNvSpPr txBox="1"/>
          <p:nvPr>
            <p:ph idx="4294967295" type="sldNum"/>
          </p:nvPr>
        </p:nvSpPr>
        <p:spPr>
          <a:xfrm>
            <a:off x="8128698" y="485595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 sz="700"/>
              <a:t>‹#›</a:t>
            </a:fld>
            <a:r>
              <a:rPr lang="en" sz="700"/>
              <a:t>/21</a:t>
            </a:r>
            <a:endParaRPr sz="700"/>
          </a:p>
        </p:txBody>
      </p:sp>
      <p:pic>
        <p:nvPicPr>
          <p:cNvPr id="479" name="Google Shape;479;p53" title="Screenshot 2026-04-15 1943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00" y="2740375"/>
            <a:ext cx="8656301" cy="220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4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Arm Overview</a:t>
            </a:r>
            <a:endParaRPr/>
          </a:p>
        </p:txBody>
      </p:sp>
      <p:sp>
        <p:nvSpPr>
          <p:cNvPr id="485" name="Google Shape;485;p5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/21</a:t>
            </a:r>
            <a:endParaRPr/>
          </a:p>
        </p:txBody>
      </p:sp>
      <p:sp>
        <p:nvSpPr>
          <p:cNvPr id="486" name="Google Shape;486;p54"/>
          <p:cNvSpPr txBox="1"/>
          <p:nvPr/>
        </p:nvSpPr>
        <p:spPr>
          <a:xfrm>
            <a:off x="200075" y="1498200"/>
            <a:ext cx="4485300" cy="3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mo"/>
              <a:buChar char="●"/>
            </a:pPr>
            <a:r>
              <a:rPr lang="en" sz="2000">
                <a:latin typeface="Arimo"/>
                <a:ea typeface="Arimo"/>
                <a:cs typeface="Arimo"/>
                <a:sym typeface="Arimo"/>
              </a:rPr>
              <a:t>Comprehensive Design for Gesture Capability</a:t>
            </a:r>
            <a:endParaRPr sz="2000">
              <a:latin typeface="Arimo"/>
              <a:ea typeface="Arimo"/>
              <a:cs typeface="Arimo"/>
              <a:sym typeface="Arim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Arimo"/>
                <a:ea typeface="Arimo"/>
                <a:cs typeface="Arimo"/>
                <a:sym typeface="Arimo"/>
              </a:rPr>
              <a:t> </a:t>
            </a:r>
            <a:endParaRPr sz="2000">
              <a:latin typeface="Arimo"/>
              <a:ea typeface="Arimo"/>
              <a:cs typeface="Arimo"/>
              <a:sym typeface="Arim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mo"/>
              <a:buChar char="●"/>
            </a:pPr>
            <a:r>
              <a:rPr lang="en" sz="2000">
                <a:latin typeface="Arimo"/>
                <a:ea typeface="Arimo"/>
                <a:cs typeface="Arimo"/>
                <a:sym typeface="Arimo"/>
              </a:rPr>
              <a:t> 4 DOF per Arm</a:t>
            </a:r>
            <a:endParaRPr sz="2000">
              <a:latin typeface="Arimo"/>
              <a:ea typeface="Arimo"/>
              <a:cs typeface="Arimo"/>
              <a:sym typeface="Arim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mo"/>
              <a:ea typeface="Arimo"/>
              <a:cs typeface="Arimo"/>
              <a:sym typeface="Arim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mo"/>
              <a:buChar char="●"/>
            </a:pPr>
            <a:r>
              <a:rPr lang="en" sz="2000">
                <a:latin typeface="Arimo"/>
                <a:ea typeface="Arimo"/>
                <a:cs typeface="Arimo"/>
                <a:sym typeface="Arimo"/>
              </a:rPr>
              <a:t> Bubbly Appearance</a:t>
            </a:r>
            <a:endParaRPr sz="1600"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87" name="Google Shape;487;p54"/>
          <p:cNvSpPr txBox="1"/>
          <p:nvPr/>
        </p:nvSpPr>
        <p:spPr>
          <a:xfrm>
            <a:off x="3768575" y="3895725"/>
            <a:ext cx="803400" cy="10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488" name="Google Shape;488;p54" title="Screenshot 2026-04-14 163859-Picsart-BackgroundRemov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22656">
            <a:off x="3630091" y="37806"/>
            <a:ext cx="5484468" cy="4939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5"/>
          <p:cNvSpPr txBox="1"/>
          <p:nvPr>
            <p:ph type="title"/>
          </p:nvPr>
        </p:nvSpPr>
        <p:spPr>
          <a:xfrm>
            <a:off x="277500" y="3535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Arm Design </a:t>
            </a:r>
            <a:endParaRPr/>
          </a:p>
        </p:txBody>
      </p:sp>
      <p:sp>
        <p:nvSpPr>
          <p:cNvPr id="494" name="Google Shape;494;p5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/21</a:t>
            </a:r>
            <a:endParaRPr/>
          </a:p>
        </p:txBody>
      </p:sp>
      <p:sp>
        <p:nvSpPr>
          <p:cNvPr id="495" name="Google Shape;495;p55"/>
          <p:cNvSpPr txBox="1"/>
          <p:nvPr/>
        </p:nvSpPr>
        <p:spPr>
          <a:xfrm>
            <a:off x="209750" y="1498200"/>
            <a:ext cx="2871900" cy="3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mo"/>
              <a:buChar char="●"/>
            </a:pPr>
            <a:r>
              <a:rPr lang="en" sz="2000">
                <a:latin typeface="Arimo"/>
                <a:ea typeface="Arimo"/>
                <a:cs typeface="Arimo"/>
                <a:sym typeface="Arimo"/>
              </a:rPr>
              <a:t>Motor-Driven Revolute Joints</a:t>
            </a:r>
            <a:endParaRPr sz="20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mo"/>
              <a:ea typeface="Arimo"/>
              <a:cs typeface="Arimo"/>
              <a:sym typeface="Arim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mo"/>
              <a:buChar char="●"/>
            </a:pPr>
            <a:r>
              <a:rPr lang="en" sz="2000">
                <a:latin typeface="Arimo"/>
                <a:ea typeface="Arimo"/>
                <a:cs typeface="Arimo"/>
                <a:sym typeface="Arimo"/>
              </a:rPr>
              <a:t>Encapsulated Wires</a:t>
            </a:r>
            <a:endParaRPr sz="20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mo"/>
              <a:ea typeface="Arimo"/>
              <a:cs typeface="Arimo"/>
              <a:sym typeface="Arim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mo"/>
              <a:buChar char="●"/>
            </a:pPr>
            <a:r>
              <a:rPr lang="en" sz="2000">
                <a:latin typeface="Arimo"/>
                <a:ea typeface="Arimo"/>
                <a:cs typeface="Arimo"/>
                <a:sym typeface="Arimo"/>
              </a:rPr>
              <a:t>Easy and Reliable Assembly</a:t>
            </a:r>
            <a:endParaRPr sz="20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496" name="Google Shape;496;p55" title="Screenshot 2026-04-15 143245-Picsart-BackgroundRemov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04824">
            <a:off x="6515171" y="53395"/>
            <a:ext cx="1949757" cy="5259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55" title="Screenshot 2026-04-15 143324-Picsart-BackgroundRemove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71397">
            <a:off x="2631336" y="66663"/>
            <a:ext cx="189377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55"/>
          <p:cNvSpPr txBox="1"/>
          <p:nvPr/>
        </p:nvSpPr>
        <p:spPr>
          <a:xfrm>
            <a:off x="4724975" y="1548200"/>
            <a:ext cx="1393500" cy="522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Shoulder 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499" name="Google Shape;499;p55"/>
          <p:cNvCxnSpPr/>
          <p:nvPr/>
        </p:nvCxnSpPr>
        <p:spPr>
          <a:xfrm rot="10800000">
            <a:off x="4183175" y="1180400"/>
            <a:ext cx="541800" cy="3678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0" name="Google Shape;500;p55"/>
          <p:cNvCxnSpPr/>
          <p:nvPr/>
        </p:nvCxnSpPr>
        <p:spPr>
          <a:xfrm flipH="1" rot="10800000">
            <a:off x="6118475" y="1180388"/>
            <a:ext cx="741900" cy="3678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1" name="Google Shape;501;p55"/>
          <p:cNvSpPr txBox="1"/>
          <p:nvPr/>
        </p:nvSpPr>
        <p:spPr>
          <a:xfrm>
            <a:off x="4724975" y="2644025"/>
            <a:ext cx="1393500" cy="522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Elbow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02" name="Google Shape;502;p55"/>
          <p:cNvSpPr txBox="1"/>
          <p:nvPr/>
        </p:nvSpPr>
        <p:spPr>
          <a:xfrm>
            <a:off x="4724975" y="3739850"/>
            <a:ext cx="1393500" cy="522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Wrist</a:t>
            </a:r>
            <a:endParaRPr sz="1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503" name="Google Shape;503;p55"/>
          <p:cNvCxnSpPr/>
          <p:nvPr/>
        </p:nvCxnSpPr>
        <p:spPr>
          <a:xfrm rot="10800000">
            <a:off x="4083275" y="2571750"/>
            <a:ext cx="641700" cy="3411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4" name="Google Shape;504;p55"/>
          <p:cNvCxnSpPr/>
          <p:nvPr/>
        </p:nvCxnSpPr>
        <p:spPr>
          <a:xfrm flipH="1" rot="10800000">
            <a:off x="6118475" y="2777013"/>
            <a:ext cx="780600" cy="1602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5" name="Google Shape;505;p55"/>
          <p:cNvCxnSpPr>
            <a:stCxn id="502" idx="1"/>
          </p:cNvCxnSpPr>
          <p:nvPr/>
        </p:nvCxnSpPr>
        <p:spPr>
          <a:xfrm flipH="1">
            <a:off x="4151075" y="4001150"/>
            <a:ext cx="573900" cy="144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6" name="Google Shape;506;p55"/>
          <p:cNvCxnSpPr/>
          <p:nvPr/>
        </p:nvCxnSpPr>
        <p:spPr>
          <a:xfrm>
            <a:off x="6118475" y="4017650"/>
            <a:ext cx="858000" cy="366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Arm Results</a:t>
            </a:r>
            <a:endParaRPr/>
          </a:p>
        </p:txBody>
      </p:sp>
      <p:sp>
        <p:nvSpPr>
          <p:cNvPr id="512" name="Google Shape;512;p5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/21</a:t>
            </a:r>
            <a:endParaRPr/>
          </a:p>
        </p:txBody>
      </p:sp>
      <p:sp>
        <p:nvSpPr>
          <p:cNvPr id="513" name="Google Shape;513;p56"/>
          <p:cNvSpPr txBox="1"/>
          <p:nvPr/>
        </p:nvSpPr>
        <p:spPr>
          <a:xfrm>
            <a:off x="168775" y="788563"/>
            <a:ext cx="4561500" cy="36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0000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mo"/>
              <a:buChar char="●"/>
            </a:pPr>
            <a:r>
              <a:rPr lang="en"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Validated 4-DOF Functionality </a:t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mo"/>
              <a:buChar char="●"/>
            </a:pPr>
            <a:r>
              <a:rPr lang="en"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Joint ROM exceed targets</a:t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55600" lvl="1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mo"/>
              <a:buChar char="○"/>
            </a:pPr>
            <a:r>
              <a:rPr lang="en"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Shoulder 90° (&gt;75°)</a:t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55600" lvl="1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mo"/>
              <a:buChar char="○"/>
            </a:pPr>
            <a:r>
              <a:rPr lang="en"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Elbow 80° (&gt;75°)</a:t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55600" lvl="1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mo"/>
              <a:buChar char="○"/>
            </a:pPr>
            <a:r>
              <a:rPr lang="en" sz="20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Wrist 180° (=180°)</a:t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mo"/>
              <a:buChar char="●"/>
            </a:pPr>
            <a:r>
              <a:rPr lang="en" sz="2000">
                <a:latin typeface="Arimo"/>
                <a:ea typeface="Arimo"/>
                <a:cs typeface="Arimo"/>
                <a:sym typeface="Arimo"/>
              </a:rPr>
              <a:t>Servos comfortably provide required torque</a:t>
            </a:r>
            <a:endParaRPr sz="2000">
              <a:latin typeface="Arimo"/>
              <a:ea typeface="Arimo"/>
              <a:cs typeface="Arimo"/>
              <a:sym typeface="Arimo"/>
            </a:endParaRPr>
          </a:p>
          <a:p>
            <a:pPr indent="-355600" lvl="1" marL="1371600" rtl="0" algn="l">
              <a:spcBef>
                <a:spcPts val="0"/>
              </a:spcBef>
              <a:spcAft>
                <a:spcPts val="0"/>
              </a:spcAft>
              <a:buSzPts val="2000"/>
              <a:buFont typeface="Arimo"/>
              <a:buChar char="○"/>
            </a:pPr>
            <a:r>
              <a:rPr lang="en" sz="2000">
                <a:latin typeface="Arimo"/>
                <a:ea typeface="Arimo"/>
                <a:cs typeface="Arimo"/>
                <a:sym typeface="Arimo"/>
              </a:rPr>
              <a:t>Wrist: 0.104N (&gt; 0.02N)</a:t>
            </a:r>
            <a:endParaRPr sz="2000">
              <a:latin typeface="Arimo"/>
              <a:ea typeface="Arimo"/>
              <a:cs typeface="Arimo"/>
              <a:sym typeface="Arimo"/>
            </a:endParaRPr>
          </a:p>
          <a:p>
            <a:pPr indent="-355600" lvl="1" marL="1371600" rtl="0" algn="l">
              <a:spcBef>
                <a:spcPts val="0"/>
              </a:spcBef>
              <a:spcAft>
                <a:spcPts val="0"/>
              </a:spcAft>
              <a:buSzPts val="2000"/>
              <a:buFont typeface="Arimo"/>
              <a:buChar char="○"/>
            </a:pPr>
            <a:r>
              <a:rPr lang="en" sz="2000">
                <a:latin typeface="Arimo"/>
                <a:ea typeface="Arimo"/>
                <a:cs typeface="Arimo"/>
                <a:sym typeface="Arimo"/>
              </a:rPr>
              <a:t>Elbow: 0.3N (&gt; 0.27N)</a:t>
            </a:r>
            <a:endParaRPr sz="2000">
              <a:latin typeface="Arimo"/>
              <a:ea typeface="Arimo"/>
              <a:cs typeface="Arimo"/>
              <a:sym typeface="Arimo"/>
            </a:endParaRPr>
          </a:p>
          <a:p>
            <a:pPr indent="-355600" lvl="1" marL="1371600" rtl="0" algn="l">
              <a:spcBef>
                <a:spcPts val="0"/>
              </a:spcBef>
              <a:spcAft>
                <a:spcPts val="0"/>
              </a:spcAft>
              <a:buSzPts val="2000"/>
              <a:buFont typeface="Arimo"/>
              <a:buChar char="○"/>
            </a:pPr>
            <a:r>
              <a:rPr lang="en" sz="2000">
                <a:latin typeface="Arimo"/>
                <a:ea typeface="Arimo"/>
                <a:cs typeface="Arimo"/>
                <a:sym typeface="Arimo"/>
              </a:rPr>
              <a:t>Shoulder: 0.82N (= 0.82N)</a:t>
            </a:r>
            <a:endParaRPr sz="2000"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514" name="Google Shape;514;p56" title="Adobe%20Express%20-%20final%20assembly%20complete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4750" y="788587"/>
            <a:ext cx="4021800" cy="396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7"/>
          <p:cNvSpPr txBox="1"/>
          <p:nvPr>
            <p:ph type="title"/>
          </p:nvPr>
        </p:nvSpPr>
        <p:spPr>
          <a:xfrm>
            <a:off x="133950" y="278850"/>
            <a:ext cx="4252500" cy="672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Torso Design Evolution</a:t>
            </a:r>
            <a:endParaRPr/>
          </a:p>
        </p:txBody>
      </p:sp>
      <p:sp>
        <p:nvSpPr>
          <p:cNvPr id="520" name="Google Shape;520;p57"/>
          <p:cNvSpPr txBox="1"/>
          <p:nvPr>
            <p:ph idx="16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57"/>
          <p:cNvSpPr txBox="1"/>
          <p:nvPr>
            <p:ph idx="17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9</a:t>
            </a:r>
            <a:endParaRPr/>
          </a:p>
        </p:txBody>
      </p:sp>
      <p:sp>
        <p:nvSpPr>
          <p:cNvPr id="522" name="Google Shape;522;p5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/21</a:t>
            </a:r>
            <a:endParaRPr/>
          </a:p>
        </p:txBody>
      </p:sp>
      <p:pic>
        <p:nvPicPr>
          <p:cNvPr id="523" name="Google Shape;523;p57" title="Torso Front-Picsart-BackgroundRemover (1).png"/>
          <p:cNvPicPr preferRelativeResize="0"/>
          <p:nvPr/>
        </p:nvPicPr>
        <p:blipFill rotWithShape="1">
          <a:blip r:embed="rId3">
            <a:alphaModFix/>
          </a:blip>
          <a:srcRect b="-2000" l="0" r="0" t="2000"/>
          <a:stretch/>
        </p:blipFill>
        <p:spPr>
          <a:xfrm>
            <a:off x="4857575" y="1041288"/>
            <a:ext cx="2378726" cy="248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57" title="Torso Side-Picsart-BackgroundRemover.png"/>
          <p:cNvPicPr preferRelativeResize="0"/>
          <p:nvPr/>
        </p:nvPicPr>
        <p:blipFill rotWithShape="1">
          <a:blip r:embed="rId4">
            <a:alphaModFix/>
          </a:blip>
          <a:srcRect b="7816" l="15439" r="12008" t="7681"/>
          <a:stretch/>
        </p:blipFill>
        <p:spPr>
          <a:xfrm>
            <a:off x="7236299" y="989975"/>
            <a:ext cx="1839275" cy="248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57" title="image_2026-04-14_212246400-Picsart-BackgroundRemover.png"/>
          <p:cNvPicPr preferRelativeResize="0"/>
          <p:nvPr/>
        </p:nvPicPr>
        <p:blipFill rotWithShape="1">
          <a:blip r:embed="rId5">
            <a:alphaModFix/>
          </a:blip>
          <a:srcRect b="13300" l="12238" r="9910" t="0"/>
          <a:stretch/>
        </p:blipFill>
        <p:spPr>
          <a:xfrm>
            <a:off x="1820377" y="1376050"/>
            <a:ext cx="1909947" cy="2158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57" title="Old Model Front-Picsart-BackgroundRemover.png"/>
          <p:cNvPicPr preferRelativeResize="0"/>
          <p:nvPr/>
        </p:nvPicPr>
        <p:blipFill rotWithShape="1">
          <a:blip r:embed="rId6">
            <a:alphaModFix/>
          </a:blip>
          <a:srcRect b="17526" l="21209" r="15178" t="16463"/>
          <a:stretch/>
        </p:blipFill>
        <p:spPr>
          <a:xfrm>
            <a:off x="155575" y="1669362"/>
            <a:ext cx="1874050" cy="1865476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57"/>
          <p:cNvSpPr txBox="1"/>
          <p:nvPr/>
        </p:nvSpPr>
        <p:spPr>
          <a:xfrm>
            <a:off x="6315500" y="4094850"/>
            <a:ext cx="26613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●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Supports Arm Integration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28" name="Google Shape;528;p57"/>
          <p:cNvSpPr txBox="1"/>
          <p:nvPr/>
        </p:nvSpPr>
        <p:spPr>
          <a:xfrm>
            <a:off x="3352550" y="4054350"/>
            <a:ext cx="31152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●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</a:t>
            </a: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upports tablet integration &amp; future hardware expansion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29" name="Google Shape;529;p57"/>
          <p:cNvSpPr txBox="1"/>
          <p:nvPr/>
        </p:nvSpPr>
        <p:spPr>
          <a:xfrm>
            <a:off x="0" y="4054350"/>
            <a:ext cx="3422400" cy="10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●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Dimensions meet “baby schema” proportion criteria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530" name="Google Shape;530;p57"/>
          <p:cNvCxnSpPr/>
          <p:nvPr/>
        </p:nvCxnSpPr>
        <p:spPr>
          <a:xfrm>
            <a:off x="3668400" y="2497950"/>
            <a:ext cx="1271400" cy="96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1" name="Google Shape;531;p57"/>
          <p:cNvSpPr txBox="1"/>
          <p:nvPr/>
        </p:nvSpPr>
        <p:spPr>
          <a:xfrm>
            <a:off x="366000" y="3522800"/>
            <a:ext cx="3056400" cy="30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Height: 7.2 in    Width: 5.4 in    Depth: 4 in		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32" name="Google Shape;532;p57"/>
          <p:cNvSpPr txBox="1"/>
          <p:nvPr/>
        </p:nvSpPr>
        <p:spPr>
          <a:xfrm>
            <a:off x="883125" y="3522800"/>
            <a:ext cx="640500" cy="3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33" name="Google Shape;533;p57"/>
          <p:cNvSpPr txBox="1"/>
          <p:nvPr/>
        </p:nvSpPr>
        <p:spPr>
          <a:xfrm>
            <a:off x="5428975" y="3522800"/>
            <a:ext cx="3056400" cy="300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Height: 13 in    Width: 8 in    Depth: 5 in		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8"/>
          <p:cNvSpPr txBox="1"/>
          <p:nvPr>
            <p:ph type="title"/>
          </p:nvPr>
        </p:nvSpPr>
        <p:spPr>
          <a:xfrm>
            <a:off x="152400" y="277500"/>
            <a:ext cx="38493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Internal Design</a:t>
            </a:r>
            <a:endParaRPr/>
          </a:p>
        </p:txBody>
      </p:sp>
      <p:sp>
        <p:nvSpPr>
          <p:cNvPr id="539" name="Google Shape;539;p58"/>
          <p:cNvSpPr txBox="1"/>
          <p:nvPr>
            <p:ph idx="16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58"/>
          <p:cNvSpPr txBox="1"/>
          <p:nvPr>
            <p:ph idx="17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9</a:t>
            </a:r>
            <a:endParaRPr/>
          </a:p>
        </p:txBody>
      </p:sp>
      <p:pic>
        <p:nvPicPr>
          <p:cNvPr id="541" name="Google Shape;541;p58" title="Internal Back-Picsart-BackgroundRemover.png"/>
          <p:cNvPicPr preferRelativeResize="0"/>
          <p:nvPr/>
        </p:nvPicPr>
        <p:blipFill rotWithShape="1">
          <a:blip r:embed="rId3">
            <a:alphaModFix/>
          </a:blip>
          <a:srcRect b="3393" l="8528" r="7034" t="4653"/>
          <a:stretch/>
        </p:blipFill>
        <p:spPr>
          <a:xfrm>
            <a:off x="4476075" y="1127375"/>
            <a:ext cx="3267499" cy="340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58" title="Internal Front-Picsart-BackgroundRemover.png"/>
          <p:cNvPicPr preferRelativeResize="0"/>
          <p:nvPr/>
        </p:nvPicPr>
        <p:blipFill rotWithShape="1">
          <a:blip r:embed="rId4">
            <a:alphaModFix/>
          </a:blip>
          <a:srcRect b="4226" l="12416" r="10749" t="7365"/>
          <a:stretch/>
        </p:blipFill>
        <p:spPr>
          <a:xfrm>
            <a:off x="1471575" y="1245863"/>
            <a:ext cx="2955625" cy="3345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2770175" y="1960875"/>
            <a:ext cx="425225" cy="697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4" name="Google Shape;544;p58"/>
          <p:cNvCxnSpPr>
            <a:stCxn id="545" idx="3"/>
          </p:cNvCxnSpPr>
          <p:nvPr/>
        </p:nvCxnSpPr>
        <p:spPr>
          <a:xfrm flipH="1" rot="10800000">
            <a:off x="1245925" y="1961275"/>
            <a:ext cx="722700" cy="5112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6" name="Google Shape;546;p58"/>
          <p:cNvCxnSpPr>
            <a:stCxn id="547" idx="3"/>
          </p:cNvCxnSpPr>
          <p:nvPr/>
        </p:nvCxnSpPr>
        <p:spPr>
          <a:xfrm flipH="1" rot="10800000">
            <a:off x="1311475" y="2403638"/>
            <a:ext cx="1578000" cy="9603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8" name="Google Shape;548;p58"/>
          <p:cNvCxnSpPr>
            <a:stCxn id="545" idx="3"/>
          </p:cNvCxnSpPr>
          <p:nvPr/>
        </p:nvCxnSpPr>
        <p:spPr>
          <a:xfrm flipH="1" rot="10800000">
            <a:off x="1245925" y="1840075"/>
            <a:ext cx="2493600" cy="6324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5" name="Google Shape;545;p58"/>
          <p:cNvSpPr txBox="1"/>
          <p:nvPr/>
        </p:nvSpPr>
        <p:spPr>
          <a:xfrm>
            <a:off x="163525" y="2138125"/>
            <a:ext cx="1082400" cy="668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Dynamixel</a:t>
            </a: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XM 430 Servos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47" name="Google Shape;547;p58"/>
          <p:cNvSpPr txBox="1"/>
          <p:nvPr/>
        </p:nvSpPr>
        <p:spPr>
          <a:xfrm>
            <a:off x="97975" y="3084638"/>
            <a:ext cx="1213500" cy="558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Open CM9.04 </a:t>
            </a: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Microcontroller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549" name="Google Shape;549;p58"/>
          <p:cNvCxnSpPr>
            <a:stCxn id="550" idx="2"/>
          </p:cNvCxnSpPr>
          <p:nvPr/>
        </p:nvCxnSpPr>
        <p:spPr>
          <a:xfrm flipH="1">
            <a:off x="6152975" y="1012950"/>
            <a:ext cx="45000" cy="7824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1" name="Google Shape;551;p58"/>
          <p:cNvCxnSpPr>
            <a:stCxn id="552" idx="1"/>
          </p:cNvCxnSpPr>
          <p:nvPr/>
        </p:nvCxnSpPr>
        <p:spPr>
          <a:xfrm flipH="1">
            <a:off x="6282550" y="1579800"/>
            <a:ext cx="1396200" cy="5190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3" name="Google Shape;553;p58"/>
          <p:cNvCxnSpPr>
            <a:stCxn id="554" idx="1"/>
          </p:cNvCxnSpPr>
          <p:nvPr/>
        </p:nvCxnSpPr>
        <p:spPr>
          <a:xfrm flipH="1">
            <a:off x="6275500" y="3005400"/>
            <a:ext cx="1337700" cy="1827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5" name="Google Shape;555;p58"/>
          <p:cNvCxnSpPr>
            <a:stCxn id="556" idx="1"/>
          </p:cNvCxnSpPr>
          <p:nvPr/>
        </p:nvCxnSpPr>
        <p:spPr>
          <a:xfrm flipH="1">
            <a:off x="6248200" y="3677675"/>
            <a:ext cx="1365000" cy="138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7" name="Google Shape;557;p58"/>
          <p:cNvCxnSpPr>
            <a:stCxn id="558" idx="0"/>
          </p:cNvCxnSpPr>
          <p:nvPr/>
        </p:nvCxnSpPr>
        <p:spPr>
          <a:xfrm flipH="1" rot="10800000">
            <a:off x="4572000" y="3911875"/>
            <a:ext cx="1365600" cy="7311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9" name="Google Shape;559;p58"/>
          <p:cNvCxnSpPr>
            <a:stCxn id="560" idx="0"/>
          </p:cNvCxnSpPr>
          <p:nvPr/>
        </p:nvCxnSpPr>
        <p:spPr>
          <a:xfrm rot="10800000">
            <a:off x="6192875" y="3960475"/>
            <a:ext cx="10200" cy="6825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1" name="Google Shape;561;p58"/>
          <p:cNvCxnSpPr>
            <a:stCxn id="562" idx="0"/>
          </p:cNvCxnSpPr>
          <p:nvPr/>
        </p:nvCxnSpPr>
        <p:spPr>
          <a:xfrm rot="10800000">
            <a:off x="6413550" y="3932575"/>
            <a:ext cx="1457100" cy="7104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8" name="Google Shape;558;p58"/>
          <p:cNvSpPr txBox="1"/>
          <p:nvPr/>
        </p:nvSpPr>
        <p:spPr>
          <a:xfrm>
            <a:off x="4054950" y="4642975"/>
            <a:ext cx="1034100" cy="351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USB-A Port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60" name="Google Shape;560;p58"/>
          <p:cNvSpPr txBox="1"/>
          <p:nvPr/>
        </p:nvSpPr>
        <p:spPr>
          <a:xfrm>
            <a:off x="5686025" y="4642975"/>
            <a:ext cx="1034100" cy="351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USB-C Port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62" name="Google Shape;562;p58"/>
          <p:cNvSpPr txBox="1"/>
          <p:nvPr/>
        </p:nvSpPr>
        <p:spPr>
          <a:xfrm>
            <a:off x="7236300" y="4642975"/>
            <a:ext cx="1268700" cy="351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DC Power Jack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563" name="Google Shape;563;p58"/>
          <p:cNvCxnSpPr>
            <a:stCxn id="564" idx="3"/>
          </p:cNvCxnSpPr>
          <p:nvPr/>
        </p:nvCxnSpPr>
        <p:spPr>
          <a:xfrm flipH="1" rot="10800000">
            <a:off x="1457825" y="3815550"/>
            <a:ext cx="667200" cy="6171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4" name="Google Shape;564;p58"/>
          <p:cNvSpPr txBox="1"/>
          <p:nvPr/>
        </p:nvSpPr>
        <p:spPr>
          <a:xfrm>
            <a:off x="63425" y="4098300"/>
            <a:ext cx="1394400" cy="668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M5 Screws/Threaded Brass Inserts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56" name="Google Shape;556;p58"/>
          <p:cNvSpPr txBox="1"/>
          <p:nvPr/>
        </p:nvSpPr>
        <p:spPr>
          <a:xfrm>
            <a:off x="7613200" y="3415625"/>
            <a:ext cx="1213500" cy="524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Rocker Power Switch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54" name="Google Shape;554;p58"/>
          <p:cNvSpPr txBox="1"/>
          <p:nvPr/>
        </p:nvSpPr>
        <p:spPr>
          <a:xfrm>
            <a:off x="7613200" y="2743350"/>
            <a:ext cx="1213500" cy="524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2 Inch Arduino Speaker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52" name="Google Shape;552;p58"/>
          <p:cNvSpPr txBox="1"/>
          <p:nvPr/>
        </p:nvSpPr>
        <p:spPr>
          <a:xfrm>
            <a:off x="7678750" y="1300500"/>
            <a:ext cx="1082400" cy="558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40mm Cooling Fan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50" name="Google Shape;550;p58"/>
          <p:cNvSpPr txBox="1"/>
          <p:nvPr/>
        </p:nvSpPr>
        <p:spPr>
          <a:xfrm>
            <a:off x="5591225" y="602850"/>
            <a:ext cx="1213500" cy="410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Raspberry Pi 5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565" name="Google Shape;565;p58"/>
          <p:cNvPicPr preferRelativeResize="0"/>
          <p:nvPr/>
        </p:nvPicPr>
        <p:blipFill rotWithShape="1">
          <a:blip r:embed="rId6">
            <a:alphaModFix/>
          </a:blip>
          <a:srcRect b="13031" l="19833" r="16023" t="11905"/>
          <a:stretch/>
        </p:blipFill>
        <p:spPr>
          <a:xfrm>
            <a:off x="2904994" y="3643245"/>
            <a:ext cx="155606" cy="137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6" name="Google Shape;566;p58"/>
          <p:cNvCxnSpPr>
            <a:stCxn id="567" idx="0"/>
            <a:endCxn id="565" idx="2"/>
          </p:cNvCxnSpPr>
          <p:nvPr/>
        </p:nvCxnSpPr>
        <p:spPr>
          <a:xfrm flipH="1" rot="10800000">
            <a:off x="2966700" y="3780775"/>
            <a:ext cx="16200" cy="7536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7" name="Google Shape;567;p58"/>
          <p:cNvSpPr txBox="1"/>
          <p:nvPr/>
        </p:nvSpPr>
        <p:spPr>
          <a:xfrm>
            <a:off x="2238150" y="4534375"/>
            <a:ext cx="1457100" cy="524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Mini Digital Amplifier Board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568" name="Google Shape;568;p58" title="image_2026-04-15_135855859-Picsart-BackgroundRemover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66900" y="1300511"/>
            <a:ext cx="1365000" cy="7511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9" name="Google Shape;569;p58"/>
          <p:cNvCxnSpPr>
            <a:stCxn id="570" idx="3"/>
          </p:cNvCxnSpPr>
          <p:nvPr/>
        </p:nvCxnSpPr>
        <p:spPr>
          <a:xfrm>
            <a:off x="1250725" y="1511400"/>
            <a:ext cx="1258500" cy="1050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0" name="Google Shape;570;p58"/>
          <p:cNvSpPr txBox="1"/>
          <p:nvPr/>
        </p:nvSpPr>
        <p:spPr>
          <a:xfrm>
            <a:off x="158725" y="1162500"/>
            <a:ext cx="1092000" cy="697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CS30 RGB Depth Camera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71" name="Google Shape;571;p58"/>
          <p:cNvSpPr txBox="1"/>
          <p:nvPr>
            <p:ph idx="12" type="sldNum"/>
          </p:nvPr>
        </p:nvSpPr>
        <p:spPr>
          <a:xfrm>
            <a:off x="8128698" y="485595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/21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59"/>
          <p:cNvSpPr txBox="1"/>
          <p:nvPr>
            <p:ph idx="16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59"/>
          <p:cNvSpPr txBox="1"/>
          <p:nvPr>
            <p:ph idx="17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5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/21</a:t>
            </a:r>
            <a:endParaRPr/>
          </a:p>
        </p:txBody>
      </p:sp>
      <p:sp>
        <p:nvSpPr>
          <p:cNvPr id="579" name="Google Shape;579;p59"/>
          <p:cNvSpPr txBox="1"/>
          <p:nvPr/>
        </p:nvSpPr>
        <p:spPr>
          <a:xfrm>
            <a:off x="83750" y="278850"/>
            <a:ext cx="4280700" cy="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3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Tablet Integration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580" name="Google Shape;580;p59" title="Torso Front Ipad Insert-Picsart-BackgroundRemover.png"/>
          <p:cNvPicPr preferRelativeResize="0"/>
          <p:nvPr/>
        </p:nvPicPr>
        <p:blipFill rotWithShape="1">
          <a:blip r:embed="rId3">
            <a:alphaModFix/>
          </a:blip>
          <a:srcRect b="5177" l="14264" r="12514" t="5418"/>
          <a:stretch/>
        </p:blipFill>
        <p:spPr>
          <a:xfrm>
            <a:off x="3406788" y="1092173"/>
            <a:ext cx="2564875" cy="282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59" title="image_2026-04-14_213949479-Picsart-BackgroundRemove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800" y="866474"/>
            <a:ext cx="2910225" cy="3274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59" title="image_2026-04-14_214712796-Picsart-BackgroundRemove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12450" y="955725"/>
            <a:ext cx="2959026" cy="3003125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59"/>
          <p:cNvSpPr txBox="1"/>
          <p:nvPr/>
        </p:nvSpPr>
        <p:spPr>
          <a:xfrm>
            <a:off x="3062700" y="4140950"/>
            <a:ext cx="3144300" cy="6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●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Removable</a:t>
            </a: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tablet holder with integrated Mag-Safe charging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84" name="Google Shape;584;p59"/>
          <p:cNvSpPr txBox="1"/>
          <p:nvPr/>
        </p:nvSpPr>
        <p:spPr>
          <a:xfrm>
            <a:off x="6081300" y="4140950"/>
            <a:ext cx="30627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mo"/>
              <a:buChar char="●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Interchangeable cover panel for smooth exterior finish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85" name="Google Shape;585;p59"/>
          <p:cNvSpPr txBox="1"/>
          <p:nvPr/>
        </p:nvSpPr>
        <p:spPr>
          <a:xfrm>
            <a:off x="158175" y="4140950"/>
            <a:ext cx="2958900" cy="6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Char char="●"/>
            </a:pPr>
            <a:r>
              <a:rPr lang="en" sz="1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Spring clip retention for quick and tool-less swapping</a:t>
            </a:r>
            <a:endParaRPr sz="17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60"/>
          <p:cNvSpPr txBox="1"/>
          <p:nvPr>
            <p:ph idx="17" type="subTitle"/>
          </p:nvPr>
        </p:nvSpPr>
        <p:spPr>
          <a:xfrm>
            <a:off x="7236300" y="14010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9</a:t>
            </a:r>
            <a:endParaRPr/>
          </a:p>
        </p:txBody>
      </p:sp>
      <p:sp>
        <p:nvSpPr>
          <p:cNvPr id="591" name="Google Shape;591;p6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/21</a:t>
            </a:r>
            <a:endParaRPr/>
          </a:p>
        </p:txBody>
      </p:sp>
      <p:pic>
        <p:nvPicPr>
          <p:cNvPr id="592" name="Google Shape;592;p60" title="Presentation Mode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7288" y="152400"/>
            <a:ext cx="2721770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61"/>
          <p:cNvSpPr txBox="1"/>
          <p:nvPr>
            <p:ph idx="17" type="subTitle"/>
          </p:nvPr>
        </p:nvSpPr>
        <p:spPr>
          <a:xfrm>
            <a:off x="7236300" y="14010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9</a:t>
            </a:r>
            <a:endParaRPr/>
          </a:p>
        </p:txBody>
      </p:sp>
      <p:sp>
        <p:nvSpPr>
          <p:cNvPr id="598" name="Google Shape;598;p6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/21</a:t>
            </a:r>
            <a:endParaRPr/>
          </a:p>
        </p:txBody>
      </p:sp>
      <p:pic>
        <p:nvPicPr>
          <p:cNvPr id="599" name="Google Shape;599;p61" title="Winter 2026 Demo 3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8588" y="356685"/>
            <a:ext cx="5906833" cy="443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6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/21</a:t>
            </a:r>
            <a:endParaRPr/>
          </a:p>
        </p:txBody>
      </p:sp>
      <p:sp>
        <p:nvSpPr>
          <p:cNvPr id="605" name="Google Shape;605;p62"/>
          <p:cNvSpPr txBox="1"/>
          <p:nvPr/>
        </p:nvSpPr>
        <p:spPr>
          <a:xfrm>
            <a:off x="233325" y="911250"/>
            <a:ext cx="2942400" cy="39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Last Semester</a:t>
            </a:r>
            <a:endParaRPr b="1"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●"/>
            </a:pPr>
            <a:r>
              <a:rPr lang="en" sz="2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12th Gen Intel i9</a:t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●"/>
            </a:pPr>
            <a:r>
              <a:rPr lang="en" sz="2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RTX 5050</a:t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This Semester</a:t>
            </a:r>
            <a:endParaRPr b="1"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●"/>
            </a:pPr>
            <a:r>
              <a:rPr lang="en" sz="2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Ryzen 5 5500u</a:t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Char char="●"/>
            </a:pPr>
            <a:r>
              <a:rPr lang="en" sz="2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No dedicated GPU</a:t>
            </a:r>
            <a:endParaRPr sz="2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06" name="Google Shape;606;p62"/>
          <p:cNvSpPr txBox="1"/>
          <p:nvPr>
            <p:ph type="title"/>
          </p:nvPr>
        </p:nvSpPr>
        <p:spPr>
          <a:xfrm>
            <a:off x="277500" y="278850"/>
            <a:ext cx="8589000" cy="632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Hardware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3"/>
          <p:cNvSpPr txBox="1"/>
          <p:nvPr>
            <p:ph type="title"/>
          </p:nvPr>
        </p:nvSpPr>
        <p:spPr>
          <a:xfrm>
            <a:off x="2450225" y="1471450"/>
            <a:ext cx="4034400" cy="1746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612" name="Google Shape;612;p6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/21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duct demo | Human focus">
  <a:themeElements>
    <a:clrScheme name="Simple Light">
      <a:dk1>
        <a:srgbClr val="3C4043"/>
      </a:dk1>
      <a:lt1>
        <a:srgbClr val="000000"/>
      </a:lt1>
      <a:dk2>
        <a:srgbClr val="F4F4F4"/>
      </a:dk2>
      <a:lt2>
        <a:srgbClr val="FFFFFF"/>
      </a:lt2>
      <a:accent1>
        <a:srgbClr val="FDD198"/>
      </a:accent1>
      <a:accent2>
        <a:srgbClr val="F4F4F4"/>
      </a:accent2>
      <a:accent3>
        <a:srgbClr val="B7B7B7"/>
      </a:accent3>
      <a:accent4>
        <a:srgbClr val="FFA767"/>
      </a:accent4>
      <a:accent5>
        <a:srgbClr val="FFF2DC"/>
      </a:accent5>
      <a:accent6>
        <a:srgbClr val="F0C894"/>
      </a:accent6>
      <a:hlink>
        <a:srgbClr val="CAA9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